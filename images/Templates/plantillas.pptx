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0F04"/>
    <a:srgbClr val="09250C"/>
    <a:srgbClr val="020A03"/>
    <a:srgbClr val="220000"/>
    <a:srgbClr val="320000"/>
    <a:srgbClr val="061808"/>
    <a:srgbClr val="0A0209"/>
    <a:srgbClr val="180616"/>
    <a:srgbClr val="2B0B28"/>
    <a:srgbClr val="340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D99723-3A52-4769-A3AC-22767AE23EE2}" v="1" dt="2026-01-14T19:13:44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Carlos Larios Coronado" userId="5075c4be90030061" providerId="LiveId" clId="{5F2A0683-931E-4526-9D49-5B03F5AA143E}"/>
    <pc:docChg chg="undo custSel addSld delSld modSld sldOrd">
      <pc:chgData name="Juan Carlos Larios Coronado" userId="5075c4be90030061" providerId="LiveId" clId="{5F2A0683-931E-4526-9D49-5B03F5AA143E}" dt="2026-01-14T23:25:22.888" v="613" actId="478"/>
      <pc:docMkLst>
        <pc:docMk/>
      </pc:docMkLst>
      <pc:sldChg chg="addSp delSp modSp mod">
        <pc:chgData name="Juan Carlos Larios Coronado" userId="5075c4be90030061" providerId="LiveId" clId="{5F2A0683-931E-4526-9D49-5B03F5AA143E}" dt="2026-01-14T23:25:22.888" v="613" actId="478"/>
        <pc:sldMkLst>
          <pc:docMk/>
          <pc:sldMk cId="3125707031" sldId="256"/>
        </pc:sldMkLst>
        <pc:spChg chg="mod">
          <ac:chgData name="Juan Carlos Larios Coronado" userId="5075c4be90030061" providerId="LiveId" clId="{5F2A0683-931E-4526-9D49-5B03F5AA143E}" dt="2026-01-14T23:24:18.104" v="593"/>
          <ac:spMkLst>
            <pc:docMk/>
            <pc:sldMk cId="3125707031" sldId="256"/>
            <ac:spMk id="3" creationId="{E656BDC4-0257-1215-8525-F05195350CB4}"/>
          </ac:spMkLst>
        </pc:spChg>
        <pc:spChg chg="mod">
          <ac:chgData name="Juan Carlos Larios Coronado" userId="5075c4be90030061" providerId="LiveId" clId="{5F2A0683-931E-4526-9D49-5B03F5AA143E}" dt="2026-01-14T23:24:18.104" v="593"/>
          <ac:spMkLst>
            <pc:docMk/>
            <pc:sldMk cId="3125707031" sldId="256"/>
            <ac:spMk id="4" creationId="{E956B833-CF56-58DB-F63D-8B9090084A91}"/>
          </ac:spMkLst>
        </pc:spChg>
        <pc:spChg chg="mod">
          <ac:chgData name="Juan Carlos Larios Coronado" userId="5075c4be90030061" providerId="LiveId" clId="{5F2A0683-931E-4526-9D49-5B03F5AA143E}" dt="2026-01-14T23:24:55.096" v="605"/>
          <ac:spMkLst>
            <pc:docMk/>
            <pc:sldMk cId="3125707031" sldId="256"/>
            <ac:spMk id="6" creationId="{E2A685CB-6038-8788-D906-E4E4B064303F}"/>
          </ac:spMkLst>
        </pc:spChg>
        <pc:spChg chg="mod">
          <ac:chgData name="Juan Carlos Larios Coronado" userId="5075c4be90030061" providerId="LiveId" clId="{5F2A0683-931E-4526-9D49-5B03F5AA143E}" dt="2026-01-14T23:24:55.096" v="605"/>
          <ac:spMkLst>
            <pc:docMk/>
            <pc:sldMk cId="3125707031" sldId="256"/>
            <ac:spMk id="7" creationId="{FAF0BC17-8E85-68EC-A365-7476B93070DC}"/>
          </ac:spMkLst>
        </pc:spChg>
        <pc:spChg chg="mod">
          <ac:chgData name="Juan Carlos Larios Coronado" userId="5075c4be90030061" providerId="LiveId" clId="{5F2A0683-931E-4526-9D49-5B03F5AA143E}" dt="2026-01-14T23:18:28.896" v="589" actId="692"/>
          <ac:spMkLst>
            <pc:docMk/>
            <pc:sldMk cId="3125707031" sldId="256"/>
            <ac:spMk id="72" creationId="{99D170A1-FEB4-9EC3-66D7-5E4E99C2FA48}"/>
          </ac:spMkLst>
        </pc:spChg>
        <pc:spChg chg="mod">
          <ac:chgData name="Juan Carlos Larios Coronado" userId="5075c4be90030061" providerId="LiveId" clId="{5F2A0683-931E-4526-9D49-5B03F5AA143E}" dt="2026-01-14T23:18:28.896" v="589" actId="692"/>
          <ac:spMkLst>
            <pc:docMk/>
            <pc:sldMk cId="3125707031" sldId="256"/>
            <ac:spMk id="73" creationId="{C5212BA9-7052-3965-5C1F-531DF30173FE}"/>
          </ac:spMkLst>
        </pc:spChg>
        <pc:spChg chg="mod">
          <ac:chgData name="Juan Carlos Larios Coronado" userId="5075c4be90030061" providerId="LiveId" clId="{5F2A0683-931E-4526-9D49-5B03F5AA143E}" dt="2026-01-14T23:24:01.869" v="591" actId="692"/>
          <ac:spMkLst>
            <pc:docMk/>
            <pc:sldMk cId="3125707031" sldId="256"/>
            <ac:spMk id="75" creationId="{3E499E04-6D2F-7B0D-D7F9-7AC1C93037B7}"/>
          </ac:spMkLst>
        </pc:spChg>
        <pc:spChg chg="mod">
          <ac:chgData name="Juan Carlos Larios Coronado" userId="5075c4be90030061" providerId="LiveId" clId="{5F2A0683-931E-4526-9D49-5B03F5AA143E}" dt="2026-01-14T23:24:12.352" v="592" actId="692"/>
          <ac:spMkLst>
            <pc:docMk/>
            <pc:sldMk cId="3125707031" sldId="256"/>
            <ac:spMk id="76" creationId="{5C5FA636-6418-4603-430E-A32FE81F5111}"/>
          </ac:spMkLst>
        </pc:spChg>
        <pc:spChg chg="add mod">
          <ac:chgData name="Juan Carlos Larios Coronado" userId="5075c4be90030061" providerId="LiveId" clId="{5F2A0683-931E-4526-9D49-5B03F5AA143E}" dt="2026-01-09T22:41:07.714" v="308" actId="1076"/>
          <ac:spMkLst>
            <pc:docMk/>
            <pc:sldMk cId="3125707031" sldId="256"/>
            <ac:spMk id="84" creationId="{48C24115-B511-375D-3E1E-CB2FD6BEEA62}"/>
          </ac:spMkLst>
        </pc:spChg>
        <pc:grpChg chg="add mod">
          <ac:chgData name="Juan Carlos Larios Coronado" userId="5075c4be90030061" providerId="LiveId" clId="{5F2A0683-931E-4526-9D49-5B03F5AA143E}" dt="2026-01-14T23:24:51.293" v="604" actId="1076"/>
          <ac:grpSpMkLst>
            <pc:docMk/>
            <pc:sldMk cId="3125707031" sldId="256"/>
            <ac:grpSpMk id="2" creationId="{E828079D-AABE-41BE-F13B-34979E228BE1}"/>
          </ac:grpSpMkLst>
        </pc:grpChg>
        <pc:grpChg chg="add mod ord">
          <ac:chgData name="Juan Carlos Larios Coronado" userId="5075c4be90030061" providerId="LiveId" clId="{5F2A0683-931E-4526-9D49-5B03F5AA143E}" dt="2026-01-14T23:25:20.936" v="612" actId="167"/>
          <ac:grpSpMkLst>
            <pc:docMk/>
            <pc:sldMk cId="3125707031" sldId="256"/>
            <ac:grpSpMk id="5" creationId="{B673FA8D-BDC5-538B-E479-2F5535D5000C}"/>
          </ac:grpSpMkLst>
        </pc:grpChg>
        <pc:grpChg chg="del">
          <ac:chgData name="Juan Carlos Larios Coronado" userId="5075c4be90030061" providerId="LiveId" clId="{5F2A0683-931E-4526-9D49-5B03F5AA143E}" dt="2026-01-14T23:24:30.064" v="597" actId="478"/>
          <ac:grpSpMkLst>
            <pc:docMk/>
            <pc:sldMk cId="3125707031" sldId="256"/>
            <ac:grpSpMk id="74" creationId="{C9874744-71D5-811A-A5D8-3D5035DFECC1}"/>
          </ac:grpSpMkLst>
        </pc:grpChg>
        <pc:grpChg chg="del mod">
          <ac:chgData name="Juan Carlos Larios Coronado" userId="5075c4be90030061" providerId="LiveId" clId="{5F2A0683-931E-4526-9D49-5B03F5AA143E}" dt="2026-01-14T23:25:22.888" v="613" actId="478"/>
          <ac:grpSpMkLst>
            <pc:docMk/>
            <pc:sldMk cId="3125707031" sldId="256"/>
            <ac:grpSpMk id="77" creationId="{B508438A-0A3B-146F-79F1-3F4ED5324F8D}"/>
          </ac:grpSpMkLst>
        </pc:grpChg>
        <pc:cxnChg chg="add mod">
          <ac:chgData name="Juan Carlos Larios Coronado" userId="5075c4be90030061" providerId="LiveId" clId="{5F2A0683-931E-4526-9D49-5B03F5AA143E}" dt="2026-01-07T22:54:17.939" v="65"/>
          <ac:cxnSpMkLst>
            <pc:docMk/>
            <pc:sldMk cId="3125707031" sldId="256"/>
            <ac:cxnSpMk id="83" creationId="{D7FB03BE-87F4-4CC0-2A94-3FA19DAB77A4}"/>
          </ac:cxnSpMkLst>
        </pc:cxnChg>
      </pc:sldChg>
      <pc:sldChg chg="addSp delSp modSp mod ord">
        <pc:chgData name="Juan Carlos Larios Coronado" userId="5075c4be90030061" providerId="LiveId" clId="{5F2A0683-931E-4526-9D49-5B03F5AA143E}" dt="2026-01-14T19:16:42.988" v="587" actId="14100"/>
        <pc:sldMkLst>
          <pc:docMk/>
          <pc:sldMk cId="596813865" sldId="257"/>
        </pc:sldMkLst>
        <pc:spChg chg="mod">
          <ac:chgData name="Juan Carlos Larios Coronado" userId="5075c4be90030061" providerId="LiveId" clId="{5F2A0683-931E-4526-9D49-5B03F5AA143E}" dt="2026-01-14T19:13:44.899" v="566"/>
          <ac:spMkLst>
            <pc:docMk/>
            <pc:sldMk cId="596813865" sldId="257"/>
            <ac:spMk id="3" creationId="{EB9187AF-BFE4-A954-79ED-89DAED05810D}"/>
          </ac:spMkLst>
        </pc:spChg>
        <pc:spChg chg="mod">
          <ac:chgData name="Juan Carlos Larios Coronado" userId="5075c4be90030061" providerId="LiveId" clId="{5F2A0683-931E-4526-9D49-5B03F5AA143E}" dt="2026-01-14T19:13:44.899" v="566"/>
          <ac:spMkLst>
            <pc:docMk/>
            <pc:sldMk cId="596813865" sldId="257"/>
            <ac:spMk id="4" creationId="{7F4721BB-8163-ABC9-4914-00137133BDB3}"/>
          </ac:spMkLst>
        </pc:spChg>
        <pc:spChg chg="add mod">
          <ac:chgData name="Juan Carlos Larios Coronado" userId="5075c4be90030061" providerId="LiveId" clId="{5F2A0683-931E-4526-9D49-5B03F5AA143E}" dt="2026-01-09T22:41:12.722" v="309" actId="1076"/>
          <ac:spMkLst>
            <pc:docMk/>
            <pc:sldMk cId="596813865" sldId="257"/>
            <ac:spMk id="6" creationId="{2B11FF8A-126A-F677-F509-631AF446B382}"/>
          </ac:spMkLst>
        </pc:spChg>
        <pc:spChg chg="mod">
          <ac:chgData name="Juan Carlos Larios Coronado" userId="5075c4be90030061" providerId="LiveId" clId="{5F2A0683-931E-4526-9D49-5B03F5AA143E}" dt="2026-01-07T23:36:29.141" v="134"/>
          <ac:spMkLst>
            <pc:docMk/>
            <pc:sldMk cId="596813865" sldId="257"/>
            <ac:spMk id="8" creationId="{7A620B01-F19D-FD40-CFC9-AB4A83941F8B}"/>
          </ac:spMkLst>
        </pc:spChg>
        <pc:spChg chg="mod">
          <ac:chgData name="Juan Carlos Larios Coronado" userId="5075c4be90030061" providerId="LiveId" clId="{5F2A0683-931E-4526-9D49-5B03F5AA143E}" dt="2026-01-07T23:36:29.141" v="134"/>
          <ac:spMkLst>
            <pc:docMk/>
            <pc:sldMk cId="596813865" sldId="257"/>
            <ac:spMk id="9" creationId="{D8914C99-7D3C-D6AE-82B4-CFA1B0BF4577}"/>
          </ac:spMkLst>
        </pc:spChg>
        <pc:spChg chg="mod">
          <ac:chgData name="Juan Carlos Larios Coronado" userId="5075c4be90030061" providerId="LiveId" clId="{5F2A0683-931E-4526-9D49-5B03F5AA143E}" dt="2026-01-07T23:36:42.412" v="138"/>
          <ac:spMkLst>
            <pc:docMk/>
            <pc:sldMk cId="596813865" sldId="257"/>
            <ac:spMk id="11" creationId="{F35DAC6E-B238-B439-7FD9-E9C872584E59}"/>
          </ac:spMkLst>
        </pc:spChg>
        <pc:spChg chg="mod">
          <ac:chgData name="Juan Carlos Larios Coronado" userId="5075c4be90030061" providerId="LiveId" clId="{5F2A0683-931E-4526-9D49-5B03F5AA143E}" dt="2026-01-07T23:36:42.412" v="138"/>
          <ac:spMkLst>
            <pc:docMk/>
            <pc:sldMk cId="596813865" sldId="257"/>
            <ac:spMk id="12" creationId="{460D0B9F-AA6D-1D3A-B29D-F4E0B7877158}"/>
          </ac:spMkLst>
        </pc:spChg>
        <pc:spChg chg="mod">
          <ac:chgData name="Juan Carlos Larios Coronado" userId="5075c4be90030061" providerId="LiveId" clId="{5F2A0683-931E-4526-9D49-5B03F5AA143E}" dt="2026-01-07T23:36:59.485" v="142"/>
          <ac:spMkLst>
            <pc:docMk/>
            <pc:sldMk cId="596813865" sldId="257"/>
            <ac:spMk id="14" creationId="{848DF489-078C-AD11-D923-30331B237234}"/>
          </ac:spMkLst>
        </pc:spChg>
        <pc:spChg chg="mod">
          <ac:chgData name="Juan Carlos Larios Coronado" userId="5075c4be90030061" providerId="LiveId" clId="{5F2A0683-931E-4526-9D49-5B03F5AA143E}" dt="2026-01-07T23:36:59.485" v="142"/>
          <ac:spMkLst>
            <pc:docMk/>
            <pc:sldMk cId="596813865" sldId="257"/>
            <ac:spMk id="15" creationId="{58DD920C-265E-9076-F1BD-A2EDE0FA0DEC}"/>
          </ac:spMkLst>
        </pc:spChg>
        <pc:spChg chg="mod">
          <ac:chgData name="Juan Carlos Larios Coronado" userId="5075c4be90030061" providerId="LiveId" clId="{5F2A0683-931E-4526-9D49-5B03F5AA143E}" dt="2026-01-07T23:34:40.405" v="119" actId="692"/>
          <ac:spMkLst>
            <pc:docMk/>
            <pc:sldMk cId="596813865" sldId="257"/>
            <ac:spMk id="69" creationId="{205A4855-9CF4-0E18-8796-59B90BA89E72}"/>
          </ac:spMkLst>
        </pc:spChg>
        <pc:spChg chg="mod">
          <ac:chgData name="Juan Carlos Larios Coronado" userId="5075c4be90030061" providerId="LiveId" clId="{5F2A0683-931E-4526-9D49-5B03F5AA143E}" dt="2026-01-07T23:35:24.464" v="124" actId="207"/>
          <ac:spMkLst>
            <pc:docMk/>
            <pc:sldMk cId="596813865" sldId="257"/>
            <ac:spMk id="70" creationId="{E15037A6-4460-3E34-17CB-B4FE05640AAE}"/>
          </ac:spMkLst>
        </pc:spChg>
        <pc:spChg chg="mod">
          <ac:chgData name="Juan Carlos Larios Coronado" userId="5075c4be90030061" providerId="LiveId" clId="{5F2A0683-931E-4526-9D49-5B03F5AA143E}" dt="2026-01-07T22:25:46.016" v="3" actId="207"/>
          <ac:spMkLst>
            <pc:docMk/>
            <pc:sldMk cId="596813865" sldId="257"/>
            <ac:spMk id="75" creationId="{B3154B35-F78E-4262-59C7-F5AAB9D648F9}"/>
          </ac:spMkLst>
        </pc:spChg>
        <pc:spChg chg="mod">
          <ac:chgData name="Juan Carlos Larios Coronado" userId="5075c4be90030061" providerId="LiveId" clId="{5F2A0683-931E-4526-9D49-5B03F5AA143E}" dt="2026-01-07T22:25:46.016" v="3" actId="207"/>
          <ac:spMkLst>
            <pc:docMk/>
            <pc:sldMk cId="596813865" sldId="257"/>
            <ac:spMk id="76" creationId="{6899B4D0-C153-8605-2A1A-8E63660D4D98}"/>
          </ac:spMkLst>
        </pc:spChg>
        <pc:grpChg chg="add mod">
          <ac:chgData name="Juan Carlos Larios Coronado" userId="5075c4be90030061" providerId="LiveId" clId="{5F2A0683-931E-4526-9D49-5B03F5AA143E}" dt="2026-01-14T19:14:07.153" v="573" actId="14100"/>
          <ac:grpSpMkLst>
            <pc:docMk/>
            <pc:sldMk cId="596813865" sldId="257"/>
            <ac:grpSpMk id="2" creationId="{D701345A-12EB-8631-7FB6-894D48C8D786}"/>
          </ac:grpSpMkLst>
        </pc:grpChg>
        <pc:grpChg chg="add mod">
          <ac:chgData name="Juan Carlos Larios Coronado" userId="5075c4be90030061" providerId="LiveId" clId="{5F2A0683-931E-4526-9D49-5B03F5AA143E}" dt="2026-01-14T19:14:15.620" v="575" actId="14100"/>
          <ac:grpSpMkLst>
            <pc:docMk/>
            <pc:sldMk cId="596813865" sldId="257"/>
            <ac:grpSpMk id="7" creationId="{2711F11A-40AD-FFC5-04DC-35D9398431D7}"/>
          </ac:grpSpMkLst>
        </pc:grpChg>
        <pc:grpChg chg="add mod">
          <ac:chgData name="Juan Carlos Larios Coronado" userId="5075c4be90030061" providerId="LiveId" clId="{5F2A0683-931E-4526-9D49-5B03F5AA143E}" dt="2026-01-07T23:36:55.002" v="140" actId="14100"/>
          <ac:grpSpMkLst>
            <pc:docMk/>
            <pc:sldMk cId="596813865" sldId="257"/>
            <ac:grpSpMk id="10" creationId="{0F78F2B1-93BD-CE61-13D9-0780455634F8}"/>
          </ac:grpSpMkLst>
        </pc:grpChg>
        <pc:grpChg chg="add mod">
          <ac:chgData name="Juan Carlos Larios Coronado" userId="5075c4be90030061" providerId="LiveId" clId="{5F2A0683-931E-4526-9D49-5B03F5AA143E}" dt="2026-01-07T23:37:03.535" v="143" actId="1076"/>
          <ac:grpSpMkLst>
            <pc:docMk/>
            <pc:sldMk cId="596813865" sldId="257"/>
            <ac:grpSpMk id="13" creationId="{06D42C88-59DD-7E09-DF21-C6354A544696}"/>
          </ac:grpSpMkLst>
        </pc:grpChg>
        <pc:grpChg chg="mod ord">
          <ac:chgData name="Juan Carlos Larios Coronado" userId="5075c4be90030061" providerId="LiveId" clId="{5F2A0683-931E-4526-9D49-5B03F5AA143E}" dt="2026-01-14T19:16:42.988" v="587" actId="14100"/>
          <ac:grpSpMkLst>
            <pc:docMk/>
            <pc:sldMk cId="596813865" sldId="257"/>
            <ac:grpSpMk id="68" creationId="{0433866A-764B-01F0-9557-3F4586DC3F91}"/>
          </ac:grpSpMkLst>
        </pc:grpChg>
        <pc:grpChg chg="mod">
          <ac:chgData name="Juan Carlos Larios Coronado" userId="5075c4be90030061" providerId="LiveId" clId="{5F2A0683-931E-4526-9D49-5B03F5AA143E}" dt="2026-01-07T22:25:46.016" v="3" actId="207"/>
          <ac:grpSpMkLst>
            <pc:docMk/>
            <pc:sldMk cId="596813865" sldId="257"/>
            <ac:grpSpMk id="74" creationId="{5FADC2BD-33ED-E6FE-E238-67A133F46FD5}"/>
          </ac:grpSpMkLst>
        </pc:grpChg>
        <pc:cxnChg chg="add mod">
          <ac:chgData name="Juan Carlos Larios Coronado" userId="5075c4be90030061" providerId="LiveId" clId="{5F2A0683-931E-4526-9D49-5B03F5AA143E}" dt="2026-01-07T22:53:57.157" v="52"/>
          <ac:cxnSpMkLst>
            <pc:docMk/>
            <pc:sldMk cId="596813865" sldId="257"/>
            <ac:cxnSpMk id="5" creationId="{5AE43C8C-BCFB-A36D-4DDD-0192C056F8A3}"/>
          </ac:cxnSpMkLst>
        </pc:cxnChg>
      </pc:sldChg>
      <pc:sldChg chg="delSp modSp add mod">
        <pc:chgData name="Juan Carlos Larios Coronado" userId="5075c4be90030061" providerId="LiveId" clId="{5F2A0683-931E-4526-9D49-5B03F5AA143E}" dt="2026-01-07T22:55:45.702" v="99" actId="20577"/>
        <pc:sldMkLst>
          <pc:docMk/>
          <pc:sldMk cId="3345063020" sldId="258"/>
        </pc:sldMkLst>
        <pc:spChg chg="mod">
          <ac:chgData name="Juan Carlos Larios Coronado" userId="5075c4be90030061" providerId="LiveId" clId="{5F2A0683-931E-4526-9D49-5B03F5AA143E}" dt="2026-01-07T22:55:45.702" v="99" actId="20577"/>
          <ac:spMkLst>
            <pc:docMk/>
            <pc:sldMk cId="3345063020" sldId="258"/>
            <ac:spMk id="38" creationId="{B3054F16-2F98-9D19-BB0F-6C8BE0465507}"/>
          </ac:spMkLst>
        </pc:spChg>
        <pc:grpChg chg="mod">
          <ac:chgData name="Juan Carlos Larios Coronado" userId="5075c4be90030061" providerId="LiveId" clId="{5F2A0683-931E-4526-9D49-5B03F5AA143E}" dt="2026-01-07T22:47:50.143" v="35" actId="14100"/>
          <ac:grpSpMkLst>
            <pc:docMk/>
            <pc:sldMk cId="3345063020" sldId="258"/>
            <ac:grpSpMk id="68" creationId="{F05E0D75-7A89-E59B-6342-597BE3DF8976}"/>
          </ac:grpSpMkLst>
        </pc:grpChg>
        <pc:grpChg chg="mod">
          <ac:chgData name="Juan Carlos Larios Coronado" userId="5075c4be90030061" providerId="LiveId" clId="{5F2A0683-931E-4526-9D49-5B03F5AA143E}" dt="2026-01-07T22:48:42.615" v="44" actId="14100"/>
          <ac:grpSpMkLst>
            <pc:docMk/>
            <pc:sldMk cId="3345063020" sldId="258"/>
            <ac:grpSpMk id="71" creationId="{5D13A646-454A-14FF-39BE-71B5FFAF98D0}"/>
          </ac:grpSpMkLst>
        </pc:grpChg>
        <pc:grpChg chg="mod">
          <ac:chgData name="Juan Carlos Larios Coronado" userId="5075c4be90030061" providerId="LiveId" clId="{5F2A0683-931E-4526-9D49-5B03F5AA143E}" dt="2026-01-07T22:48:52.055" v="46" actId="1076"/>
          <ac:grpSpMkLst>
            <pc:docMk/>
            <pc:sldMk cId="3345063020" sldId="258"/>
            <ac:grpSpMk id="77" creationId="{FFB9F997-7AB5-42ED-F762-8CDA06F4672E}"/>
          </ac:grpSpMkLst>
        </pc:grpChg>
        <pc:grpChg chg="mod">
          <ac:chgData name="Juan Carlos Larios Coronado" userId="5075c4be90030061" providerId="LiveId" clId="{5F2A0683-931E-4526-9D49-5B03F5AA143E}" dt="2026-01-07T22:48:47.435" v="45" actId="1076"/>
          <ac:grpSpMkLst>
            <pc:docMk/>
            <pc:sldMk cId="3345063020" sldId="258"/>
            <ac:grpSpMk id="80" creationId="{379CBD0F-43EE-85A8-898C-B0357062BBE9}"/>
          </ac:grpSpMkLst>
        </pc:grpChg>
        <pc:cxnChg chg="mod">
          <ac:chgData name="Juan Carlos Larios Coronado" userId="5075c4be90030061" providerId="LiveId" clId="{5F2A0683-931E-4526-9D49-5B03F5AA143E}" dt="2026-01-07T22:53:43.451" v="48" actId="1076"/>
          <ac:cxnSpMkLst>
            <pc:docMk/>
            <pc:sldMk cId="3345063020" sldId="258"/>
            <ac:cxnSpMk id="25" creationId="{4F9A8B77-BFE9-2A33-D86C-A0BE37FB2A9D}"/>
          </ac:cxnSpMkLst>
        </pc:cxnChg>
      </pc:sldChg>
      <pc:sldChg chg="addSp delSp modSp add mod">
        <pc:chgData name="Juan Carlos Larios Coronado" userId="5075c4be90030061" providerId="LiveId" clId="{5F2A0683-931E-4526-9D49-5B03F5AA143E}" dt="2026-01-09T22:40:33.858" v="307" actId="1076"/>
        <pc:sldMkLst>
          <pc:docMk/>
          <pc:sldMk cId="1525752656" sldId="259"/>
        </pc:sldMkLst>
        <pc:spChg chg="mod">
          <ac:chgData name="Juan Carlos Larios Coronado" userId="5075c4be90030061" providerId="LiveId" clId="{5F2A0683-931E-4526-9D49-5B03F5AA143E}" dt="2026-01-07T23:37:08.891" v="145"/>
          <ac:spMkLst>
            <pc:docMk/>
            <pc:sldMk cId="1525752656" sldId="259"/>
            <ac:spMk id="6" creationId="{4B6AC7D3-6E68-524A-4123-5F097FD486C8}"/>
          </ac:spMkLst>
        </pc:spChg>
        <pc:spChg chg="mod">
          <ac:chgData name="Juan Carlos Larios Coronado" userId="5075c4be90030061" providerId="LiveId" clId="{5F2A0683-931E-4526-9D49-5B03F5AA143E}" dt="2026-01-07T23:37:08.891" v="145"/>
          <ac:spMkLst>
            <pc:docMk/>
            <pc:sldMk cId="1525752656" sldId="259"/>
            <ac:spMk id="7" creationId="{1ED2F7DB-EC2E-19C4-4F7F-D5E45912F928}"/>
          </ac:spMkLst>
        </pc:spChg>
        <pc:spChg chg="mod">
          <ac:chgData name="Juan Carlos Larios Coronado" userId="5075c4be90030061" providerId="LiveId" clId="{5F2A0683-931E-4526-9D49-5B03F5AA143E}" dt="2026-01-09T22:40:33.858" v="307" actId="1076"/>
          <ac:spMkLst>
            <pc:docMk/>
            <pc:sldMk cId="1525752656" sldId="259"/>
            <ac:spMk id="38" creationId="{E0F433B3-FD61-BD45-9BA8-0B8B76DADA26}"/>
          </ac:spMkLst>
        </pc:spChg>
        <pc:spChg chg="mod">
          <ac:chgData name="Juan Carlos Larios Coronado" userId="5075c4be90030061" providerId="LiveId" clId="{5F2A0683-931E-4526-9D49-5B03F5AA143E}" dt="2026-01-07T23:35:55.841" v="129" actId="108"/>
          <ac:spMkLst>
            <pc:docMk/>
            <pc:sldMk cId="1525752656" sldId="259"/>
            <ac:spMk id="75" creationId="{41784FC9-387B-E75E-9076-9A125D7AABF1}"/>
          </ac:spMkLst>
        </pc:spChg>
        <pc:spChg chg="mod">
          <ac:chgData name="Juan Carlos Larios Coronado" userId="5075c4be90030061" providerId="LiveId" clId="{5F2A0683-931E-4526-9D49-5B03F5AA143E}" dt="2026-01-07T23:35:55.841" v="129" actId="108"/>
          <ac:spMkLst>
            <pc:docMk/>
            <pc:sldMk cId="1525752656" sldId="259"/>
            <ac:spMk id="76" creationId="{73ADFFCE-0736-75F1-E593-6C0662BD12BB}"/>
          </ac:spMkLst>
        </pc:spChg>
        <pc:grpChg chg="add mod">
          <ac:chgData name="Juan Carlos Larios Coronado" userId="5075c4be90030061" providerId="LiveId" clId="{5F2A0683-931E-4526-9D49-5B03F5AA143E}" dt="2026-01-07T23:38:41.397" v="176" actId="1076"/>
          <ac:grpSpMkLst>
            <pc:docMk/>
            <pc:sldMk cId="1525752656" sldId="259"/>
            <ac:grpSpMk id="5" creationId="{860A8224-5BF1-CB8D-ED5F-8047B35C8D51}"/>
          </ac:grpSpMkLst>
        </pc:grpChg>
        <pc:grpChg chg="mod">
          <ac:chgData name="Juan Carlos Larios Coronado" userId="5075c4be90030061" providerId="LiveId" clId="{5F2A0683-931E-4526-9D49-5B03F5AA143E}" dt="2026-01-07T23:17:46.675" v="117" actId="14100"/>
          <ac:grpSpMkLst>
            <pc:docMk/>
            <pc:sldMk cId="1525752656" sldId="259"/>
            <ac:grpSpMk id="68" creationId="{A154D16F-6370-815C-D6B4-9460C2DB3A56}"/>
          </ac:grpSpMkLst>
        </pc:grpChg>
        <pc:grpChg chg="mod">
          <ac:chgData name="Juan Carlos Larios Coronado" userId="5075c4be90030061" providerId="LiveId" clId="{5F2A0683-931E-4526-9D49-5B03F5AA143E}" dt="2026-01-07T23:17:11.664" v="113" actId="14100"/>
          <ac:grpSpMkLst>
            <pc:docMk/>
            <pc:sldMk cId="1525752656" sldId="259"/>
            <ac:grpSpMk id="71" creationId="{43E0F12A-9A0B-EA2F-FB71-4DA85E7D0F32}"/>
          </ac:grpSpMkLst>
        </pc:grpChg>
        <pc:grpChg chg="mod">
          <ac:chgData name="Juan Carlos Larios Coronado" userId="5075c4be90030061" providerId="LiveId" clId="{5F2A0683-931E-4526-9D49-5B03F5AA143E}" dt="2026-01-07T23:38:31.735" v="175" actId="14100"/>
          <ac:grpSpMkLst>
            <pc:docMk/>
            <pc:sldMk cId="1525752656" sldId="259"/>
            <ac:grpSpMk id="74" creationId="{5E0F6E35-03CF-CF78-124A-04157125F9AE}"/>
          </ac:grpSpMkLst>
        </pc:grpChg>
        <pc:grpChg chg="mod">
          <ac:chgData name="Juan Carlos Larios Coronado" userId="5075c4be90030061" providerId="LiveId" clId="{5F2A0683-931E-4526-9D49-5B03F5AA143E}" dt="2026-01-07T23:17:42.429" v="116" actId="14100"/>
          <ac:grpSpMkLst>
            <pc:docMk/>
            <pc:sldMk cId="1525752656" sldId="259"/>
            <ac:grpSpMk id="80" creationId="{154A424E-0C5E-A495-2DF6-A6240B7C3F45}"/>
          </ac:grpSpMkLst>
        </pc:grpChg>
      </pc:sldChg>
      <pc:sldChg chg="delSp modSp add mod">
        <pc:chgData name="Juan Carlos Larios Coronado" userId="5075c4be90030061" providerId="LiveId" clId="{5F2A0683-931E-4526-9D49-5B03F5AA143E}" dt="2026-01-09T22:40:28.594" v="306" actId="1076"/>
        <pc:sldMkLst>
          <pc:docMk/>
          <pc:sldMk cId="115854416" sldId="260"/>
        </pc:sldMkLst>
        <pc:spChg chg="mod">
          <ac:chgData name="Juan Carlos Larios Coronado" userId="5075c4be90030061" providerId="LiveId" clId="{5F2A0683-931E-4526-9D49-5B03F5AA143E}" dt="2026-01-09T22:40:28.594" v="306" actId="1076"/>
          <ac:spMkLst>
            <pc:docMk/>
            <pc:sldMk cId="115854416" sldId="260"/>
            <ac:spMk id="38" creationId="{AFBDCC12-4EDA-46C2-44D5-7A2F5207D769}"/>
          </ac:spMkLst>
        </pc:spChg>
        <pc:grpChg chg="mod">
          <ac:chgData name="Juan Carlos Larios Coronado" userId="5075c4be90030061" providerId="LiveId" clId="{5F2A0683-931E-4526-9D49-5B03F5AA143E}" dt="2026-01-07T23:58:18.774" v="191" actId="14100"/>
          <ac:grpSpMkLst>
            <pc:docMk/>
            <pc:sldMk cId="115854416" sldId="260"/>
            <ac:grpSpMk id="68" creationId="{C95E086B-5FA4-2647-926C-52BF333C1E75}"/>
          </ac:grpSpMkLst>
        </pc:grpChg>
        <pc:grpChg chg="mod">
          <ac:chgData name="Juan Carlos Larios Coronado" userId="5075c4be90030061" providerId="LiveId" clId="{5F2A0683-931E-4526-9D49-5B03F5AA143E}" dt="2026-01-07T23:46:32.170" v="186" actId="14100"/>
          <ac:grpSpMkLst>
            <pc:docMk/>
            <pc:sldMk cId="115854416" sldId="260"/>
            <ac:grpSpMk id="71" creationId="{18D57CA5-00EE-9953-8EB5-52427B3DAC5D}"/>
          </ac:grpSpMkLst>
        </pc:grpChg>
        <pc:grpChg chg="mod">
          <ac:chgData name="Juan Carlos Larios Coronado" userId="5075c4be90030061" providerId="LiveId" clId="{5F2A0683-931E-4526-9D49-5B03F5AA143E}" dt="2026-01-07T23:46:25.029" v="184" actId="14100"/>
          <ac:grpSpMkLst>
            <pc:docMk/>
            <pc:sldMk cId="115854416" sldId="260"/>
            <ac:grpSpMk id="74" creationId="{7269D605-6DE6-0715-2B88-8D74865DFFBE}"/>
          </ac:grpSpMkLst>
        </pc:grpChg>
        <pc:grpChg chg="mod">
          <ac:chgData name="Juan Carlos Larios Coronado" userId="5075c4be90030061" providerId="LiveId" clId="{5F2A0683-931E-4526-9D49-5B03F5AA143E}" dt="2026-01-07T23:58:11.817" v="190" actId="14100"/>
          <ac:grpSpMkLst>
            <pc:docMk/>
            <pc:sldMk cId="115854416" sldId="260"/>
            <ac:grpSpMk id="80" creationId="{4E9FA75E-EE19-CE80-19F6-FF251CE21782}"/>
          </ac:grpSpMkLst>
        </pc:grpChg>
      </pc:sldChg>
      <pc:sldChg chg="addSp modSp mod">
        <pc:chgData name="Juan Carlos Larios Coronado" userId="5075c4be90030061" providerId="LiveId" clId="{5F2A0683-931E-4526-9D49-5B03F5AA143E}" dt="2026-01-09T22:40:25.599" v="305" actId="1076"/>
        <pc:sldMkLst>
          <pc:docMk/>
          <pc:sldMk cId="2541165343" sldId="261"/>
        </pc:sldMkLst>
        <pc:spChg chg="mod">
          <ac:chgData name="Juan Carlos Larios Coronado" userId="5075c4be90030061" providerId="LiveId" clId="{5F2A0683-931E-4526-9D49-5B03F5AA143E}" dt="2026-01-08T22:47:35.450" v="194"/>
          <ac:spMkLst>
            <pc:docMk/>
            <pc:sldMk cId="2541165343" sldId="261"/>
            <ac:spMk id="3" creationId="{B0D1E620-75D9-A1A7-1E3D-3DB3849CD8BB}"/>
          </ac:spMkLst>
        </pc:spChg>
        <pc:spChg chg="mod">
          <ac:chgData name="Juan Carlos Larios Coronado" userId="5075c4be90030061" providerId="LiveId" clId="{5F2A0683-931E-4526-9D49-5B03F5AA143E}" dt="2026-01-08T22:47:35.450" v="194"/>
          <ac:spMkLst>
            <pc:docMk/>
            <pc:sldMk cId="2541165343" sldId="261"/>
            <ac:spMk id="4" creationId="{28674053-024C-A690-0D26-D4E40071F22D}"/>
          </ac:spMkLst>
        </pc:spChg>
        <pc:spChg chg="mod">
          <ac:chgData name="Juan Carlos Larios Coronado" userId="5075c4be90030061" providerId="LiveId" clId="{5F2A0683-931E-4526-9D49-5B03F5AA143E}" dt="2026-01-09T22:40:25.599" v="305" actId="1076"/>
          <ac:spMkLst>
            <pc:docMk/>
            <pc:sldMk cId="2541165343" sldId="261"/>
            <ac:spMk id="38" creationId="{E0F433B3-FD61-BD45-9BA8-0B8B76DADA26}"/>
          </ac:spMkLst>
        </pc:spChg>
        <pc:grpChg chg="add mod">
          <ac:chgData name="Juan Carlos Larios Coronado" userId="5075c4be90030061" providerId="LiveId" clId="{5F2A0683-931E-4526-9D49-5B03F5AA143E}" dt="2026-01-08T22:55:59.323" v="202" actId="14100"/>
          <ac:grpSpMkLst>
            <pc:docMk/>
            <pc:sldMk cId="2541165343" sldId="261"/>
            <ac:grpSpMk id="2" creationId="{3F07CE18-79DD-3FF7-1552-B373310F324B}"/>
          </ac:grpSpMkLst>
        </pc:grpChg>
        <pc:grpChg chg="mod">
          <ac:chgData name="Juan Carlos Larios Coronado" userId="5075c4be90030061" providerId="LiveId" clId="{5F2A0683-931E-4526-9D49-5B03F5AA143E}" dt="2026-01-08T22:56:03.501" v="203" actId="14100"/>
          <ac:grpSpMkLst>
            <pc:docMk/>
            <pc:sldMk cId="2541165343" sldId="261"/>
            <ac:grpSpMk id="68" creationId="{A154D16F-6370-815C-D6B4-9460C2DB3A56}"/>
          </ac:grpSpMkLst>
        </pc:grpChg>
        <pc:grpChg chg="mod">
          <ac:chgData name="Juan Carlos Larios Coronado" userId="5075c4be90030061" providerId="LiveId" clId="{5F2A0683-931E-4526-9D49-5B03F5AA143E}" dt="2026-01-08T23:15:10.187" v="210" actId="14100"/>
          <ac:grpSpMkLst>
            <pc:docMk/>
            <pc:sldMk cId="2541165343" sldId="261"/>
            <ac:grpSpMk id="80" creationId="{154A424E-0C5E-A495-2DF6-A6240B7C3F45}"/>
          </ac:grpSpMkLst>
        </pc:grpChg>
      </pc:sldChg>
      <pc:sldChg chg="delSp modSp add mod">
        <pc:chgData name="Juan Carlos Larios Coronado" userId="5075c4be90030061" providerId="LiveId" clId="{5F2A0683-931E-4526-9D49-5B03F5AA143E}" dt="2026-01-09T22:40:21.483" v="303" actId="1076"/>
        <pc:sldMkLst>
          <pc:docMk/>
          <pc:sldMk cId="1979285828" sldId="262"/>
        </pc:sldMkLst>
        <pc:spChg chg="mod">
          <ac:chgData name="Juan Carlos Larios Coronado" userId="5075c4be90030061" providerId="LiveId" clId="{5F2A0683-931E-4526-9D49-5B03F5AA143E}" dt="2026-01-09T22:40:21.483" v="303" actId="1076"/>
          <ac:spMkLst>
            <pc:docMk/>
            <pc:sldMk cId="1979285828" sldId="262"/>
            <ac:spMk id="38" creationId="{D1251577-DB3B-42EF-F6F4-299456230DF1}"/>
          </ac:spMkLst>
        </pc:spChg>
        <pc:grpChg chg="mod">
          <ac:chgData name="Juan Carlos Larios Coronado" userId="5075c4be90030061" providerId="LiveId" clId="{5F2A0683-931E-4526-9D49-5B03F5AA143E}" dt="2026-01-08T23:29:32.689" v="218" actId="1076"/>
          <ac:grpSpMkLst>
            <pc:docMk/>
            <pc:sldMk cId="1979285828" sldId="262"/>
            <ac:grpSpMk id="2" creationId="{1FAA8AD3-8038-CFC6-0412-BAA07343A200}"/>
          </ac:grpSpMkLst>
        </pc:grpChg>
        <pc:grpChg chg="mod">
          <ac:chgData name="Juan Carlos Larios Coronado" userId="5075c4be90030061" providerId="LiveId" clId="{5F2A0683-931E-4526-9D49-5B03F5AA143E}" dt="2026-01-08T23:29:39.305" v="219" actId="1076"/>
          <ac:grpSpMkLst>
            <pc:docMk/>
            <pc:sldMk cId="1979285828" sldId="262"/>
            <ac:grpSpMk id="68" creationId="{E4BDA67B-640B-D7F9-91DB-D5E5BD8C8D6D}"/>
          </ac:grpSpMkLst>
        </pc:grpChg>
        <pc:grpChg chg="mod">
          <ac:chgData name="Juan Carlos Larios Coronado" userId="5075c4be90030061" providerId="LiveId" clId="{5F2A0683-931E-4526-9D49-5B03F5AA143E}" dt="2026-01-08T23:14:37.679" v="206" actId="14100"/>
          <ac:grpSpMkLst>
            <pc:docMk/>
            <pc:sldMk cId="1979285828" sldId="262"/>
            <ac:grpSpMk id="74" creationId="{A82F52BF-04E6-D6B3-C713-86BC8B61C1B7}"/>
          </ac:grpSpMkLst>
        </pc:grpChg>
        <pc:grpChg chg="mod">
          <ac:chgData name="Juan Carlos Larios Coronado" userId="5075c4be90030061" providerId="LiveId" clId="{5F2A0683-931E-4526-9D49-5B03F5AA143E}" dt="2026-01-08T23:14:59.285" v="209" actId="14100"/>
          <ac:grpSpMkLst>
            <pc:docMk/>
            <pc:sldMk cId="1979285828" sldId="262"/>
            <ac:grpSpMk id="80" creationId="{A56CF154-7CAE-A78B-154C-2DAA8499CC47}"/>
          </ac:grpSpMkLst>
        </pc:grpChg>
      </pc:sldChg>
      <pc:sldChg chg="addSp delSp modSp add mod">
        <pc:chgData name="Juan Carlos Larios Coronado" userId="5075c4be90030061" providerId="LiveId" clId="{5F2A0683-931E-4526-9D49-5B03F5AA143E}" dt="2026-01-09T22:40:17.773" v="302" actId="1076"/>
        <pc:sldMkLst>
          <pc:docMk/>
          <pc:sldMk cId="974212223" sldId="263"/>
        </pc:sldMkLst>
        <pc:spChg chg="mod">
          <ac:chgData name="Juan Carlos Larios Coronado" userId="5075c4be90030061" providerId="LiveId" clId="{5F2A0683-931E-4526-9D49-5B03F5AA143E}" dt="2026-01-09T00:05:52.435" v="248" actId="14100"/>
          <ac:spMkLst>
            <pc:docMk/>
            <pc:sldMk cId="974212223" sldId="263"/>
            <ac:spMk id="4" creationId="{E4C86184-07C1-CD76-D17A-BD281D65BBFE}"/>
          </ac:spMkLst>
        </pc:spChg>
        <pc:spChg chg="mod">
          <ac:chgData name="Juan Carlos Larios Coronado" userId="5075c4be90030061" providerId="LiveId" clId="{5F2A0683-931E-4526-9D49-5B03F5AA143E}" dt="2026-01-09T00:33:30.949" v="278"/>
          <ac:spMkLst>
            <pc:docMk/>
            <pc:sldMk cId="974212223" sldId="263"/>
            <ac:spMk id="6" creationId="{AF528F21-B9F9-5BCF-932F-70BECB91A18A}"/>
          </ac:spMkLst>
        </pc:spChg>
        <pc:spChg chg="mod">
          <ac:chgData name="Juan Carlos Larios Coronado" userId="5075c4be90030061" providerId="LiveId" clId="{5F2A0683-931E-4526-9D49-5B03F5AA143E}" dt="2026-01-09T00:33:30.949" v="278"/>
          <ac:spMkLst>
            <pc:docMk/>
            <pc:sldMk cId="974212223" sldId="263"/>
            <ac:spMk id="7" creationId="{AEAB8EF2-98A8-32C7-9B25-348DCA3667E1}"/>
          </ac:spMkLst>
        </pc:spChg>
        <pc:spChg chg="mod">
          <ac:chgData name="Juan Carlos Larios Coronado" userId="5075c4be90030061" providerId="LiveId" clId="{5F2A0683-931E-4526-9D49-5B03F5AA143E}" dt="2026-01-09T22:40:17.773" v="302" actId="1076"/>
          <ac:spMkLst>
            <pc:docMk/>
            <pc:sldMk cId="974212223" sldId="263"/>
            <ac:spMk id="38" creationId="{0F55EB05-611D-31BB-1319-C3A879BFE30A}"/>
          </ac:spMkLst>
        </pc:spChg>
        <pc:grpChg chg="mod">
          <ac:chgData name="Juan Carlos Larios Coronado" userId="5075c4be90030061" providerId="LiveId" clId="{5F2A0683-931E-4526-9D49-5B03F5AA143E}" dt="2026-01-09T00:29:55.209" v="276" actId="1076"/>
          <ac:grpSpMkLst>
            <pc:docMk/>
            <pc:sldMk cId="974212223" sldId="263"/>
            <ac:grpSpMk id="2" creationId="{0BFB5298-C3A6-A4BA-19DE-8D0E02E42393}"/>
          </ac:grpSpMkLst>
        </pc:grpChg>
        <pc:grpChg chg="add mod">
          <ac:chgData name="Juan Carlos Larios Coronado" userId="5075c4be90030061" providerId="LiveId" clId="{5F2A0683-931E-4526-9D49-5B03F5AA143E}" dt="2026-01-09T00:33:30.949" v="278"/>
          <ac:grpSpMkLst>
            <pc:docMk/>
            <pc:sldMk cId="974212223" sldId="263"/>
            <ac:grpSpMk id="5" creationId="{9D6EC6F1-7EBE-EEB6-3EE2-92439677F5BA}"/>
          </ac:grpSpMkLst>
        </pc:grpChg>
        <pc:grpChg chg="mod">
          <ac:chgData name="Juan Carlos Larios Coronado" userId="5075c4be90030061" providerId="LiveId" clId="{5F2A0683-931E-4526-9D49-5B03F5AA143E}" dt="2026-01-09T00:11:15.476" v="269" actId="14100"/>
          <ac:grpSpMkLst>
            <pc:docMk/>
            <pc:sldMk cId="974212223" sldId="263"/>
            <ac:grpSpMk id="68" creationId="{704CFD9E-21E2-1B1E-BF74-53B3C7F6F7DC}"/>
          </ac:grpSpMkLst>
        </pc:grpChg>
        <pc:grpChg chg="mod">
          <ac:chgData name="Juan Carlos Larios Coronado" userId="5075c4be90030061" providerId="LiveId" clId="{5F2A0683-931E-4526-9D49-5B03F5AA143E}" dt="2026-01-09T00:10:49.338" v="265" actId="14100"/>
          <ac:grpSpMkLst>
            <pc:docMk/>
            <pc:sldMk cId="974212223" sldId="263"/>
            <ac:grpSpMk id="80" creationId="{DE70CBE0-48DB-A38C-9B56-7A456CF0FBDB}"/>
          </ac:grpSpMkLst>
        </pc:grpChg>
      </pc:sldChg>
      <pc:sldChg chg="addSp delSp modSp add mod ord">
        <pc:chgData name="Juan Carlos Larios Coronado" userId="5075c4be90030061" providerId="LiveId" clId="{5F2A0683-931E-4526-9D49-5B03F5AA143E}" dt="2026-01-09T22:59:10.987" v="322" actId="14100"/>
        <pc:sldMkLst>
          <pc:docMk/>
          <pc:sldMk cId="2968149306" sldId="264"/>
        </pc:sldMkLst>
        <pc:spChg chg="mod">
          <ac:chgData name="Juan Carlos Larios Coronado" userId="5075c4be90030061" providerId="LiveId" clId="{5F2A0683-931E-4526-9D49-5B03F5AA143E}" dt="2026-01-09T22:51:18.836" v="316"/>
          <ac:spMkLst>
            <pc:docMk/>
            <pc:sldMk cId="2968149306" sldId="264"/>
            <ac:spMk id="6" creationId="{D9100585-503C-1B53-3684-1511C628770E}"/>
          </ac:spMkLst>
        </pc:spChg>
        <pc:spChg chg="mod">
          <ac:chgData name="Juan Carlos Larios Coronado" userId="5075c4be90030061" providerId="LiveId" clId="{5F2A0683-931E-4526-9D49-5B03F5AA143E}" dt="2026-01-09T22:51:18.836" v="316"/>
          <ac:spMkLst>
            <pc:docMk/>
            <pc:sldMk cId="2968149306" sldId="264"/>
            <ac:spMk id="7" creationId="{698A8858-CF54-CA00-2563-2295454E6604}"/>
          </ac:spMkLst>
        </pc:spChg>
        <pc:spChg chg="mod">
          <ac:chgData name="Juan Carlos Larios Coronado" userId="5075c4be90030061" providerId="LiveId" clId="{5F2A0683-931E-4526-9D49-5B03F5AA143E}" dt="2026-01-09T22:40:12.239" v="301" actId="1076"/>
          <ac:spMkLst>
            <pc:docMk/>
            <pc:sldMk cId="2968149306" sldId="264"/>
            <ac:spMk id="38" creationId="{C9F3CAAB-3DC1-1255-FE17-81F1B7AF6CBE}"/>
          </ac:spMkLst>
        </pc:spChg>
        <pc:grpChg chg="add mod">
          <ac:chgData name="Juan Carlos Larios Coronado" userId="5075c4be90030061" providerId="LiveId" clId="{5F2A0683-931E-4526-9D49-5B03F5AA143E}" dt="2026-01-09T22:58:56.550" v="320" actId="14100"/>
          <ac:grpSpMkLst>
            <pc:docMk/>
            <pc:sldMk cId="2968149306" sldId="264"/>
            <ac:grpSpMk id="5" creationId="{A584B329-9566-24A7-1E4F-E77E36E7800D}"/>
          </ac:grpSpMkLst>
        </pc:grpChg>
        <pc:grpChg chg="mod">
          <ac:chgData name="Juan Carlos Larios Coronado" userId="5075c4be90030061" providerId="LiveId" clId="{5F2A0683-931E-4526-9D49-5B03F5AA143E}" dt="2026-01-09T22:59:04.080" v="321" actId="14100"/>
          <ac:grpSpMkLst>
            <pc:docMk/>
            <pc:sldMk cId="2968149306" sldId="264"/>
            <ac:grpSpMk id="68" creationId="{7641D8AA-82D4-1904-AE2D-48198BD4BF30}"/>
          </ac:grpSpMkLst>
        </pc:grpChg>
        <pc:grpChg chg="mod">
          <ac:chgData name="Juan Carlos Larios Coronado" userId="5075c4be90030061" providerId="LiveId" clId="{5F2A0683-931E-4526-9D49-5B03F5AA143E}" dt="2026-01-09T22:59:10.987" v="322" actId="14100"/>
          <ac:grpSpMkLst>
            <pc:docMk/>
            <pc:sldMk cId="2968149306" sldId="264"/>
            <ac:grpSpMk id="80" creationId="{E56381BC-84EA-39B4-8CB4-21113DD5DFDC}"/>
          </ac:grpSpMkLst>
        </pc:grpChg>
      </pc:sldChg>
      <pc:sldChg chg="modSp add mod ord">
        <pc:chgData name="Juan Carlos Larios Coronado" userId="5075c4be90030061" providerId="LiveId" clId="{5F2A0683-931E-4526-9D49-5B03F5AA143E}" dt="2026-01-11T16:53:12.531" v="429" actId="14100"/>
        <pc:sldMkLst>
          <pc:docMk/>
          <pc:sldMk cId="21317049" sldId="265"/>
        </pc:sldMkLst>
        <pc:spChg chg="mod">
          <ac:chgData name="Juan Carlos Larios Coronado" userId="5075c4be90030061" providerId="LiveId" clId="{5F2A0683-931E-4526-9D49-5B03F5AA143E}" dt="2026-01-10T20:21:48.234" v="340" actId="20577"/>
          <ac:spMkLst>
            <pc:docMk/>
            <pc:sldMk cId="21317049" sldId="265"/>
            <ac:spMk id="38" creationId="{2FB75AC7-BD87-5C08-7D90-F03DCED8DA96}"/>
          </ac:spMkLst>
        </pc:spChg>
        <pc:grpChg chg="mod">
          <ac:chgData name="Juan Carlos Larios Coronado" userId="5075c4be90030061" providerId="LiveId" clId="{5F2A0683-931E-4526-9D49-5B03F5AA143E}" dt="2026-01-10T20:22:30.864" v="345" actId="14100"/>
          <ac:grpSpMkLst>
            <pc:docMk/>
            <pc:sldMk cId="21317049" sldId="265"/>
            <ac:grpSpMk id="2" creationId="{81024673-0995-8357-3560-47422228CEA5}"/>
          </ac:grpSpMkLst>
        </pc:grpChg>
        <pc:grpChg chg="mod">
          <ac:chgData name="Juan Carlos Larios Coronado" userId="5075c4be90030061" providerId="LiveId" clId="{5F2A0683-931E-4526-9D49-5B03F5AA143E}" dt="2026-01-10T20:22:10.383" v="343" actId="14100"/>
          <ac:grpSpMkLst>
            <pc:docMk/>
            <pc:sldMk cId="21317049" sldId="265"/>
            <ac:grpSpMk id="68" creationId="{48D89F2A-F1EA-EB2C-7F95-03F3EDDF525F}"/>
          </ac:grpSpMkLst>
        </pc:grpChg>
        <pc:grpChg chg="mod">
          <ac:chgData name="Juan Carlos Larios Coronado" userId="5075c4be90030061" providerId="LiveId" clId="{5F2A0683-931E-4526-9D49-5B03F5AA143E}" dt="2026-01-11T16:53:12.531" v="429" actId="14100"/>
          <ac:grpSpMkLst>
            <pc:docMk/>
            <pc:sldMk cId="21317049" sldId="265"/>
            <ac:grpSpMk id="74" creationId="{2C6E3DD6-517F-ACA3-F463-D95AFF8A50AC}"/>
          </ac:grpSpMkLst>
        </pc:grpChg>
        <pc:grpChg chg="mod">
          <ac:chgData name="Juan Carlos Larios Coronado" userId="5075c4be90030061" providerId="LiveId" clId="{5F2A0683-931E-4526-9D49-5B03F5AA143E}" dt="2026-01-10T20:22:52.300" v="347" actId="14100"/>
          <ac:grpSpMkLst>
            <pc:docMk/>
            <pc:sldMk cId="21317049" sldId="265"/>
            <ac:grpSpMk id="80" creationId="{E5D836FD-4CCB-5098-03BC-DA31DEACD3FB}"/>
          </ac:grpSpMkLst>
        </pc:grpChg>
      </pc:sldChg>
      <pc:sldChg chg="addSp delSp modSp add mod">
        <pc:chgData name="Juan Carlos Larios Coronado" userId="5075c4be90030061" providerId="LiveId" clId="{5F2A0683-931E-4526-9D49-5B03F5AA143E}" dt="2026-01-11T18:16:02.072" v="484" actId="14100"/>
        <pc:sldMkLst>
          <pc:docMk/>
          <pc:sldMk cId="612531995" sldId="266"/>
        </pc:sldMkLst>
        <pc:spChg chg="mod">
          <ac:chgData name="Juan Carlos Larios Coronado" userId="5075c4be90030061" providerId="LiveId" clId="{5F2A0683-931E-4526-9D49-5B03F5AA143E}" dt="2026-01-10T21:57:11.763" v="355"/>
          <ac:spMkLst>
            <pc:docMk/>
            <pc:sldMk cId="612531995" sldId="266"/>
            <ac:spMk id="9" creationId="{215E08D8-04D3-56BE-0033-6E79372293EF}"/>
          </ac:spMkLst>
        </pc:spChg>
        <pc:spChg chg="mod">
          <ac:chgData name="Juan Carlos Larios Coronado" userId="5075c4be90030061" providerId="LiveId" clId="{5F2A0683-931E-4526-9D49-5B03F5AA143E}" dt="2026-01-10T21:57:11.763" v="355"/>
          <ac:spMkLst>
            <pc:docMk/>
            <pc:sldMk cId="612531995" sldId="266"/>
            <ac:spMk id="10" creationId="{DE2DFA93-EAE5-BE60-0C7C-EB24FE7C9BBD}"/>
          </ac:spMkLst>
        </pc:spChg>
        <pc:spChg chg="mod">
          <ac:chgData name="Juan Carlos Larios Coronado" userId="5075c4be90030061" providerId="LiveId" clId="{5F2A0683-931E-4526-9D49-5B03F5AA143E}" dt="2026-01-10T21:56:48.653" v="351" actId="20577"/>
          <ac:spMkLst>
            <pc:docMk/>
            <pc:sldMk cId="612531995" sldId="266"/>
            <ac:spMk id="38" creationId="{82FAC554-B77A-015D-A05E-D277B0DF6C87}"/>
          </ac:spMkLst>
        </pc:spChg>
        <pc:grpChg chg="add mod">
          <ac:chgData name="Juan Carlos Larios Coronado" userId="5075c4be90030061" providerId="LiveId" clId="{5F2A0683-931E-4526-9D49-5B03F5AA143E}" dt="2026-01-10T21:57:21.546" v="357" actId="14100"/>
          <ac:grpSpMkLst>
            <pc:docMk/>
            <pc:sldMk cId="612531995" sldId="266"/>
            <ac:grpSpMk id="8" creationId="{6AF680AD-3899-33E0-B46E-FC4180D12791}"/>
          </ac:grpSpMkLst>
        </pc:grpChg>
        <pc:grpChg chg="mod">
          <ac:chgData name="Juan Carlos Larios Coronado" userId="5075c4be90030061" providerId="LiveId" clId="{5F2A0683-931E-4526-9D49-5B03F5AA143E}" dt="2026-01-11T18:16:02.072" v="484" actId="14100"/>
          <ac:grpSpMkLst>
            <pc:docMk/>
            <pc:sldMk cId="612531995" sldId="266"/>
            <ac:grpSpMk id="68" creationId="{B50CE7F7-7980-00ED-976A-6CA76C60F19E}"/>
          </ac:grpSpMkLst>
        </pc:grpChg>
        <pc:grpChg chg="mod">
          <ac:chgData name="Juan Carlos Larios Coronado" userId="5075c4be90030061" providerId="LiveId" clId="{5F2A0683-931E-4526-9D49-5B03F5AA143E}" dt="2026-01-10T21:57:10.069" v="354" actId="14100"/>
          <ac:grpSpMkLst>
            <pc:docMk/>
            <pc:sldMk cId="612531995" sldId="266"/>
            <ac:grpSpMk id="71" creationId="{7FDDD48D-CC2F-13D2-DCEF-46D90462AA2D}"/>
          </ac:grpSpMkLst>
        </pc:grpChg>
        <pc:grpChg chg="mod">
          <ac:chgData name="Juan Carlos Larios Coronado" userId="5075c4be90030061" providerId="LiveId" clId="{5F2A0683-931E-4526-9D49-5B03F5AA143E}" dt="2026-01-11T16:50:43.302" v="400" actId="14100"/>
          <ac:grpSpMkLst>
            <pc:docMk/>
            <pc:sldMk cId="612531995" sldId="266"/>
            <ac:grpSpMk id="74" creationId="{2EC5D932-87BC-8B6C-DF67-4F98F4AA0895}"/>
          </ac:grpSpMkLst>
        </pc:grpChg>
      </pc:sldChg>
      <pc:sldChg chg="addSp delSp modSp add mod ord">
        <pc:chgData name="Juan Carlos Larios Coronado" userId="5075c4be90030061" providerId="LiveId" clId="{5F2A0683-931E-4526-9D49-5B03F5AA143E}" dt="2026-01-11T18:14:53.175" v="439"/>
        <pc:sldMkLst>
          <pc:docMk/>
          <pc:sldMk cId="2029660896" sldId="267"/>
        </pc:sldMkLst>
        <pc:spChg chg="mod">
          <ac:chgData name="Juan Carlos Larios Coronado" userId="5075c4be90030061" providerId="LiveId" clId="{5F2A0683-931E-4526-9D49-5B03F5AA143E}" dt="2026-01-11T16:51:41.440" v="403"/>
          <ac:spMkLst>
            <pc:docMk/>
            <pc:sldMk cId="2029660896" sldId="267"/>
            <ac:spMk id="9" creationId="{A429074D-DF14-C2F8-D671-496D12D47B81}"/>
          </ac:spMkLst>
        </pc:spChg>
        <pc:spChg chg="mod">
          <ac:chgData name="Juan Carlos Larios Coronado" userId="5075c4be90030061" providerId="LiveId" clId="{5F2A0683-931E-4526-9D49-5B03F5AA143E}" dt="2026-01-11T16:51:41.440" v="403"/>
          <ac:spMkLst>
            <pc:docMk/>
            <pc:sldMk cId="2029660896" sldId="267"/>
            <ac:spMk id="10" creationId="{571C1D73-6FF0-0C58-BF31-78E5F15FEDDE}"/>
          </ac:spMkLst>
        </pc:spChg>
        <pc:spChg chg="mod">
          <ac:chgData name="Juan Carlos Larios Coronado" userId="5075c4be90030061" providerId="LiveId" clId="{5F2A0683-931E-4526-9D49-5B03F5AA143E}" dt="2026-01-11T18:14:53.175" v="439"/>
          <ac:spMkLst>
            <pc:docMk/>
            <pc:sldMk cId="2029660896" sldId="267"/>
            <ac:spMk id="12" creationId="{BDAA95D6-3B50-22CF-0383-76F3C3858E5D}"/>
          </ac:spMkLst>
        </pc:spChg>
        <pc:spChg chg="mod">
          <ac:chgData name="Juan Carlos Larios Coronado" userId="5075c4be90030061" providerId="LiveId" clId="{5F2A0683-931E-4526-9D49-5B03F5AA143E}" dt="2026-01-11T18:14:53.175" v="439"/>
          <ac:spMkLst>
            <pc:docMk/>
            <pc:sldMk cId="2029660896" sldId="267"/>
            <ac:spMk id="13" creationId="{025859DC-631F-B02A-531A-51B62FF7DD21}"/>
          </ac:spMkLst>
        </pc:spChg>
        <pc:spChg chg="mod">
          <ac:chgData name="Juan Carlos Larios Coronado" userId="5075c4be90030061" providerId="LiveId" clId="{5F2A0683-931E-4526-9D49-5B03F5AA143E}" dt="2026-01-11T16:49:56.985" v="395" actId="20577"/>
          <ac:spMkLst>
            <pc:docMk/>
            <pc:sldMk cId="2029660896" sldId="267"/>
            <ac:spMk id="38" creationId="{AEB37F55-3023-300C-AF2F-51A3B6259F84}"/>
          </ac:spMkLst>
        </pc:spChg>
        <pc:grpChg chg="mod">
          <ac:chgData name="Juan Carlos Larios Coronado" userId="5075c4be90030061" providerId="LiveId" clId="{5F2A0683-931E-4526-9D49-5B03F5AA143E}" dt="2026-01-11T17:56:04.321" v="438" actId="14100"/>
          <ac:grpSpMkLst>
            <pc:docMk/>
            <pc:sldMk cId="2029660896" sldId="267"/>
            <ac:grpSpMk id="2" creationId="{52074E9C-004B-5E55-6ACA-D48DCF97D01A}"/>
          </ac:grpSpMkLst>
        </pc:grpChg>
        <pc:grpChg chg="mod">
          <ac:chgData name="Juan Carlos Larios Coronado" userId="5075c4be90030061" providerId="LiveId" clId="{5F2A0683-931E-4526-9D49-5B03F5AA143E}" dt="2026-01-11T16:48:37.483" v="367" actId="14100"/>
          <ac:grpSpMkLst>
            <pc:docMk/>
            <pc:sldMk cId="2029660896" sldId="267"/>
            <ac:grpSpMk id="5" creationId="{6298A6E7-56BA-0321-027A-1D51CA59EB6D}"/>
          </ac:grpSpMkLst>
        </pc:grpChg>
        <pc:grpChg chg="add mod">
          <ac:chgData name="Juan Carlos Larios Coronado" userId="5075c4be90030061" providerId="LiveId" clId="{5F2A0683-931E-4526-9D49-5B03F5AA143E}" dt="2026-01-11T16:51:56.281" v="424" actId="1076"/>
          <ac:grpSpMkLst>
            <pc:docMk/>
            <pc:sldMk cId="2029660896" sldId="267"/>
            <ac:grpSpMk id="8" creationId="{BFF74892-1803-2B38-DCE9-340013A0982F}"/>
          </ac:grpSpMkLst>
        </pc:grpChg>
        <pc:grpChg chg="add mod">
          <ac:chgData name="Juan Carlos Larios Coronado" userId="5075c4be90030061" providerId="LiveId" clId="{5F2A0683-931E-4526-9D49-5B03F5AA143E}" dt="2026-01-11T18:14:53.175" v="439"/>
          <ac:grpSpMkLst>
            <pc:docMk/>
            <pc:sldMk cId="2029660896" sldId="267"/>
            <ac:grpSpMk id="11" creationId="{82B86749-289B-F2CC-D798-DB30014574B1}"/>
          </ac:grpSpMkLst>
        </pc:grpChg>
        <pc:grpChg chg="mod">
          <ac:chgData name="Juan Carlos Larios Coronado" userId="5075c4be90030061" providerId="LiveId" clId="{5F2A0683-931E-4526-9D49-5B03F5AA143E}" dt="2026-01-11T16:52:07.225" v="425" actId="14100"/>
          <ac:grpSpMkLst>
            <pc:docMk/>
            <pc:sldMk cId="2029660896" sldId="267"/>
            <ac:grpSpMk id="68" creationId="{D8643815-B73A-AF99-BB4F-2B5AD2DB2B29}"/>
          </ac:grpSpMkLst>
        </pc:grpChg>
        <pc:grpChg chg="mod">
          <ac:chgData name="Juan Carlos Larios Coronado" userId="5075c4be90030061" providerId="LiveId" clId="{5F2A0683-931E-4526-9D49-5B03F5AA143E}" dt="2026-01-11T17:55:53.723" v="437" actId="14100"/>
          <ac:grpSpMkLst>
            <pc:docMk/>
            <pc:sldMk cId="2029660896" sldId="267"/>
            <ac:grpSpMk id="71" creationId="{36621803-2189-B68B-884C-CBE20AA1AB6F}"/>
          </ac:grpSpMkLst>
        </pc:grpChg>
        <pc:grpChg chg="mod">
          <ac:chgData name="Juan Carlos Larios Coronado" userId="5075c4be90030061" providerId="LiveId" clId="{5F2A0683-931E-4526-9D49-5B03F5AA143E}" dt="2026-01-11T17:55:50.215" v="436" actId="14100"/>
          <ac:grpSpMkLst>
            <pc:docMk/>
            <pc:sldMk cId="2029660896" sldId="267"/>
            <ac:grpSpMk id="80" creationId="{BBE7790D-7CD5-03F6-DBC1-32737A6F2C52}"/>
          </ac:grpSpMkLst>
        </pc:grpChg>
      </pc:sldChg>
      <pc:sldChg chg="addSp delSp modSp add mod ord">
        <pc:chgData name="Juan Carlos Larios Coronado" userId="5075c4be90030061" providerId="LiveId" clId="{5F2A0683-931E-4526-9D49-5B03F5AA143E}" dt="2026-01-11T18:32:06.017" v="523" actId="14100"/>
        <pc:sldMkLst>
          <pc:docMk/>
          <pc:sldMk cId="1147472491" sldId="269"/>
        </pc:sldMkLst>
        <pc:spChg chg="mod">
          <ac:chgData name="Juan Carlos Larios Coronado" userId="5075c4be90030061" providerId="LiveId" clId="{5F2A0683-931E-4526-9D49-5B03F5AA143E}" dt="2026-01-11T18:17:40.394" v="488"/>
          <ac:spMkLst>
            <pc:docMk/>
            <pc:sldMk cId="1147472491" sldId="269"/>
            <ac:spMk id="12" creationId="{78D47BA3-BB07-1FDB-43A5-DD52EA5CE956}"/>
          </ac:spMkLst>
        </pc:spChg>
        <pc:spChg chg="mod">
          <ac:chgData name="Juan Carlos Larios Coronado" userId="5075c4be90030061" providerId="LiveId" clId="{5F2A0683-931E-4526-9D49-5B03F5AA143E}" dt="2026-01-11T18:17:40.394" v="488"/>
          <ac:spMkLst>
            <pc:docMk/>
            <pc:sldMk cId="1147472491" sldId="269"/>
            <ac:spMk id="13" creationId="{10C2D767-300E-81A7-F448-023C03BD8EF1}"/>
          </ac:spMkLst>
        </pc:spChg>
        <pc:spChg chg="mod">
          <ac:chgData name="Juan Carlos Larios Coronado" userId="5075c4be90030061" providerId="LiveId" clId="{5F2A0683-931E-4526-9D49-5B03F5AA143E}" dt="2026-01-11T18:30:48.624" v="504"/>
          <ac:spMkLst>
            <pc:docMk/>
            <pc:sldMk cId="1147472491" sldId="269"/>
            <ac:spMk id="15" creationId="{D6AC047D-03FA-9DEE-DB02-9DFB3770CA9E}"/>
          </ac:spMkLst>
        </pc:spChg>
        <pc:spChg chg="mod">
          <ac:chgData name="Juan Carlos Larios Coronado" userId="5075c4be90030061" providerId="LiveId" clId="{5F2A0683-931E-4526-9D49-5B03F5AA143E}" dt="2026-01-11T18:30:48.624" v="504"/>
          <ac:spMkLst>
            <pc:docMk/>
            <pc:sldMk cId="1147472491" sldId="269"/>
            <ac:spMk id="16" creationId="{CE31793E-9934-1409-AC6B-BD2E74A47D74}"/>
          </ac:spMkLst>
        </pc:spChg>
        <pc:spChg chg="mod">
          <ac:chgData name="Juan Carlos Larios Coronado" userId="5075c4be90030061" providerId="LiveId" clId="{5F2A0683-931E-4526-9D49-5B03F5AA143E}" dt="2026-01-11T18:31:19.066" v="513"/>
          <ac:spMkLst>
            <pc:docMk/>
            <pc:sldMk cId="1147472491" sldId="269"/>
            <ac:spMk id="18" creationId="{6E060548-7195-063A-8D38-8DD4E0AC889B}"/>
          </ac:spMkLst>
        </pc:spChg>
        <pc:spChg chg="mod">
          <ac:chgData name="Juan Carlos Larios Coronado" userId="5075c4be90030061" providerId="LiveId" clId="{5F2A0683-931E-4526-9D49-5B03F5AA143E}" dt="2026-01-11T18:31:19.066" v="513"/>
          <ac:spMkLst>
            <pc:docMk/>
            <pc:sldMk cId="1147472491" sldId="269"/>
            <ac:spMk id="19" creationId="{22B05005-ABA9-C9FC-3126-0C3B28ABC2D6}"/>
          </ac:spMkLst>
        </pc:spChg>
        <pc:spChg chg="mod">
          <ac:chgData name="Juan Carlos Larios Coronado" userId="5075c4be90030061" providerId="LiveId" clId="{5F2A0683-931E-4526-9D49-5B03F5AA143E}" dt="2026-01-11T18:15:38.581" v="471" actId="20577"/>
          <ac:spMkLst>
            <pc:docMk/>
            <pc:sldMk cId="1147472491" sldId="269"/>
            <ac:spMk id="38" creationId="{04146966-4129-66CD-D425-6E511C0CB4E8}"/>
          </ac:spMkLst>
        </pc:spChg>
        <pc:grpChg chg="mod">
          <ac:chgData name="Juan Carlos Larios Coronado" userId="5075c4be90030061" providerId="LiveId" clId="{5F2A0683-931E-4526-9D49-5B03F5AA143E}" dt="2026-01-11T18:19:36.396" v="503" actId="14100"/>
          <ac:grpSpMkLst>
            <pc:docMk/>
            <pc:sldMk cId="1147472491" sldId="269"/>
            <ac:grpSpMk id="2" creationId="{254FEEA4-27D9-CCC6-5C65-2E17EF41CFAB}"/>
          </ac:grpSpMkLst>
        </pc:grpChg>
        <pc:grpChg chg="add mod ord">
          <ac:chgData name="Juan Carlos Larios Coronado" userId="5075c4be90030061" providerId="LiveId" clId="{5F2A0683-931E-4526-9D49-5B03F5AA143E}" dt="2026-01-11T18:31:54.395" v="520" actId="14100"/>
          <ac:grpSpMkLst>
            <pc:docMk/>
            <pc:sldMk cId="1147472491" sldId="269"/>
            <ac:grpSpMk id="11" creationId="{1EE2F333-D6B0-F16B-5924-715424A24BA1}"/>
          </ac:grpSpMkLst>
        </pc:grpChg>
        <pc:grpChg chg="add mod">
          <ac:chgData name="Juan Carlos Larios Coronado" userId="5075c4be90030061" providerId="LiveId" clId="{5F2A0683-931E-4526-9D49-5B03F5AA143E}" dt="2026-01-11T18:32:06.017" v="523" actId="14100"/>
          <ac:grpSpMkLst>
            <pc:docMk/>
            <pc:sldMk cId="1147472491" sldId="269"/>
            <ac:grpSpMk id="14" creationId="{3EBE17E7-0F47-EC6D-D02A-C0D08A2EEFB0}"/>
          </ac:grpSpMkLst>
        </pc:grpChg>
        <pc:grpChg chg="add mod">
          <ac:chgData name="Juan Carlos Larios Coronado" userId="5075c4be90030061" providerId="LiveId" clId="{5F2A0683-931E-4526-9D49-5B03F5AA143E}" dt="2026-01-11T18:32:02.523" v="522" actId="14100"/>
          <ac:grpSpMkLst>
            <pc:docMk/>
            <pc:sldMk cId="1147472491" sldId="269"/>
            <ac:grpSpMk id="17" creationId="{4B0B17B2-2BB7-D883-21B3-35A0BAAD508C}"/>
          </ac:grpSpMkLst>
        </pc:grpChg>
      </pc:sldChg>
      <pc:sldChg chg="delSp modSp add mod">
        <pc:chgData name="Juan Carlos Larios Coronado" userId="5075c4be90030061" providerId="LiveId" clId="{5F2A0683-931E-4526-9D49-5B03F5AA143E}" dt="2026-01-11T22:10:02.121" v="565" actId="1076"/>
        <pc:sldMkLst>
          <pc:docMk/>
          <pc:sldMk cId="3515180276" sldId="270"/>
        </pc:sldMkLst>
        <pc:spChg chg="mod">
          <ac:chgData name="Juan Carlos Larios Coronado" userId="5075c4be90030061" providerId="LiveId" clId="{5F2A0683-931E-4526-9D49-5B03F5AA143E}" dt="2026-01-11T22:10:02.121" v="565" actId="1076"/>
          <ac:spMkLst>
            <pc:docMk/>
            <pc:sldMk cId="3515180276" sldId="270"/>
            <ac:spMk id="38" creationId="{1DA32D0F-E478-9DFE-04DD-DF98CF6E7CBF}"/>
          </ac:spMkLst>
        </pc:spChg>
        <pc:grpChg chg="mod">
          <ac:chgData name="Juan Carlos Larios Coronado" userId="5075c4be90030061" providerId="LiveId" clId="{5F2A0683-931E-4526-9D49-5B03F5AA143E}" dt="2026-01-11T22:08:42.196" v="538" actId="14100"/>
          <ac:grpSpMkLst>
            <pc:docMk/>
            <pc:sldMk cId="3515180276" sldId="270"/>
            <ac:grpSpMk id="2" creationId="{2DC4A73C-8BE3-655F-CED4-93541DF5D541}"/>
          </ac:grpSpMkLst>
        </pc:grpChg>
        <pc:grpChg chg="mod">
          <ac:chgData name="Juan Carlos Larios Coronado" userId="5075c4be90030061" providerId="LiveId" clId="{5F2A0683-931E-4526-9D49-5B03F5AA143E}" dt="2026-01-11T22:08:56.210" v="541" actId="14100"/>
          <ac:grpSpMkLst>
            <pc:docMk/>
            <pc:sldMk cId="3515180276" sldId="270"/>
            <ac:grpSpMk id="14" creationId="{0153AAF9-1A0A-9478-C50E-6D1F09FF1208}"/>
          </ac:grpSpMkLst>
        </pc:grpChg>
        <pc:grpChg chg="mod">
          <ac:chgData name="Juan Carlos Larios Coronado" userId="5075c4be90030061" providerId="LiveId" clId="{5F2A0683-931E-4526-9D49-5B03F5AA143E}" dt="2026-01-11T22:09:04.627" v="542" actId="14100"/>
          <ac:grpSpMkLst>
            <pc:docMk/>
            <pc:sldMk cId="3515180276" sldId="270"/>
            <ac:grpSpMk id="17" creationId="{CB3E4C05-829F-7203-DA8A-8B4E7F3054B6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8D67A-1690-C471-8B77-64E53336C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F914F6-268D-BB0B-624C-536169405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CD0238-7A21-0AC7-E729-0240A249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A65E0E-9FA9-32CC-2C3C-C92637D9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350ED7-DB60-A478-E20B-695650FD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133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5A942-B905-957E-3337-1848B98B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6A9DAA-3F1B-F2C4-DB4B-0682BFE42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C155A-A112-65B9-30A2-70A08B343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6F9419-8ABE-2738-FD5F-11619A76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686786-6B38-E390-58FD-882F3C1A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99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3007A-A720-9F32-E214-424E9BC85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6A1317-5671-3116-1341-EAD4EF14E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0B1B8-AD37-98ED-7D5A-AE62C607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A77BF7-D0C7-9A5B-4922-C378AA7B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11C56C-5F09-2F41-BD53-E49E26B0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492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61335-66EF-70B0-8CBF-9264C733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EE61D9-1244-8B62-264B-05290B752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512F35-6172-F735-D509-916F6666C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73EBB6-E636-14ED-1FE0-FE4E38F4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AC0D66-0A75-B7D1-7320-DD5279AE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E8909D-DF58-99DD-660C-7243945A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67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4A9C5-1E12-6674-F196-8506C8F0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FCE522-6D43-F7BA-A243-998E0BA0F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2F2A93-7E49-87E3-A769-8CD042164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243ECD-164F-16A7-2BE2-22E250454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DAEEBBE-9882-C7CD-935B-B87A9D379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754E1F4-27F9-3B77-9C41-57A85F2CB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FA0AE2-30FA-0DA7-7192-73976C04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4D514F-3A68-A9BF-DC6F-4F4E829F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064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1AAC2-92DF-C85B-5955-13B1C747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DD9842-B136-D093-A7C5-7C4143AA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EA33C0-8EFD-5151-5460-54269247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EDCABA-75BF-AAD0-DCC5-BE026D72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879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747D53-5797-0F4C-CB86-9F0ADC2C5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6318F8-B00F-D353-B1F0-D9A28BFD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07FB6E-6391-5691-C1DB-27DF282E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6618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58727-BD44-384C-BB2E-6583204F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254A9D-FC01-FEA8-7AB9-E4D9D1A33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02C636-3268-F030-1606-DA0977D4F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E4A3BE-CFA4-3FD2-4508-F09B2B5C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A40C46-A32C-2D60-FAB2-A27A25FA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8699D3-4BFE-9D82-6FCC-1B8F55AF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28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4643D-A482-09DF-0868-FD1D72B1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4DA6AEB-39FF-FE59-DF27-65C99C2D7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BD592F-C30B-9CB9-5F8F-53EE15CFB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D6C1E6-D185-B707-01D7-A2D1B5F62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324A57-A228-978A-D50C-6BF8C29B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CEBA95-D8CE-E8DE-5B14-A160EDB7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961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F1141-0E1D-CBF9-869B-9D7CAD41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7838C0-E36C-FCBA-869D-37F1813D2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245079-ECB8-E875-BE2C-82D018C7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B353DD-ACA5-E105-12D7-E049B3CE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0F7AF6-4BE6-CD57-89DD-FE48025B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478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92E6C2-5897-177B-210B-FD8629666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B42717-2255-3660-FCA6-CF29A7A1B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D61C4E-BA03-6CC6-AD0B-1E579601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C9B8AA-F92E-9567-9436-41D4252D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E655D4-26A0-0F94-52D6-0B580120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484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949EAF-32C2-4EAC-5D83-C631E7DC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C9ACA4-7FAD-D442-F6F0-217F108E6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D03311-6956-7041-4D97-AE551AD34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3956C-B7C5-4241-90D8-20E27F7D0E55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9D18EE-87A8-759F-8568-95E534E62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BC05D3-93A5-ACB8-812B-89706929D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7D9EF-2E0C-499C-9DA3-2AF5E792F64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71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B673FA8D-BDC5-538B-E479-2F5535D5000C}"/>
              </a:ext>
            </a:extLst>
          </p:cNvPr>
          <p:cNvGrpSpPr/>
          <p:nvPr/>
        </p:nvGrpSpPr>
        <p:grpSpPr>
          <a:xfrm>
            <a:off x="7573266" y="3036310"/>
            <a:ext cx="3697200" cy="1505218"/>
            <a:chOff x="351696" y="838220"/>
            <a:chExt cx="3890102" cy="200669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2A685CB-6038-8788-D906-E4E4B064303F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AF0BC17-8E85-68EC-A365-7476B93070DC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9928A92-AADF-C777-C2C3-9A5DA2EBEE96}"/>
              </a:ext>
            </a:extLst>
          </p:cNvPr>
          <p:cNvGrpSpPr/>
          <p:nvPr/>
        </p:nvGrpSpPr>
        <p:grpSpPr>
          <a:xfrm>
            <a:off x="8549893" y="838518"/>
            <a:ext cx="3290404" cy="19980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99D170A1-FEB4-9EC3-66D7-5E4E99C2FA48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C5212BA9-7052-3965-5C1F-531DF30173FE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95BDBA6D-02FB-C33A-84FD-1248C65D16BB}"/>
              </a:ext>
            </a:extLst>
          </p:cNvPr>
          <p:cNvGrpSpPr/>
          <p:nvPr/>
        </p:nvGrpSpPr>
        <p:grpSpPr>
          <a:xfrm>
            <a:off x="4750644" y="1164659"/>
            <a:ext cx="3290403" cy="1456771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ED858227-9D68-7A4C-65FE-F53488AFEFD8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E1590504-EACC-95EF-C60F-8A16CC19CB53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F6062F7-5B8D-D1D5-8424-0C38BCC02FFE}"/>
              </a:ext>
            </a:extLst>
          </p:cNvPr>
          <p:cNvCxnSpPr>
            <a:cxnSpLocks/>
          </p:cNvCxnSpPr>
          <p:nvPr/>
        </p:nvCxnSpPr>
        <p:spPr>
          <a:xfrm>
            <a:off x="351699" y="6183489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Grupo 66">
            <a:extLst>
              <a:ext uri="{FF2B5EF4-FFF2-40B4-BE49-F238E27FC236}">
                <a16:creationId xmlns:a16="http://schemas.microsoft.com/office/drawing/2014/main" id="{0E57E91A-524E-2BF8-8B6C-DC431440B77D}"/>
              </a:ext>
            </a:extLst>
          </p:cNvPr>
          <p:cNvGrpSpPr/>
          <p:nvPr/>
        </p:nvGrpSpPr>
        <p:grpSpPr>
          <a:xfrm>
            <a:off x="351696" y="822159"/>
            <a:ext cx="3890102" cy="2006694"/>
            <a:chOff x="351696" y="838220"/>
            <a:chExt cx="3890102" cy="2006694"/>
          </a:xfrm>
        </p:grpSpPr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DA2A91A3-F4D3-4ABE-530F-D0CD24E0B46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27CAF2FE-C5AA-57BB-2D35-BDA39906148C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7CA2B327-9EBA-4CF5-1F3D-9B495DE2D61B}"/>
              </a:ext>
            </a:extLst>
          </p:cNvPr>
          <p:cNvGrpSpPr/>
          <p:nvPr/>
        </p:nvGrpSpPr>
        <p:grpSpPr>
          <a:xfrm>
            <a:off x="4469288" y="6267551"/>
            <a:ext cx="3290403" cy="477718"/>
            <a:chOff x="4450794" y="6264043"/>
            <a:chExt cx="3290403" cy="477718"/>
          </a:xfrm>
        </p:grpSpPr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EE5FB93D-B5AC-A4F5-5826-E55F759EBAB4}"/>
                </a:ext>
              </a:extLst>
            </p:cNvPr>
            <p:cNvSpPr/>
            <p:nvPr/>
          </p:nvSpPr>
          <p:spPr>
            <a:xfrm>
              <a:off x="4450794" y="6264043"/>
              <a:ext cx="3290403" cy="477718"/>
            </a:xfrm>
            <a:prstGeom prst="rect">
              <a:avLst/>
            </a:prstGeom>
            <a:solidFill>
              <a:srgbClr val="031D27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99C3B92F-528F-E568-B6ED-B7BD87D3202D}"/>
                </a:ext>
              </a:extLst>
            </p:cNvPr>
            <p:cNvSpPr txBox="1"/>
            <p:nvPr/>
          </p:nvSpPr>
          <p:spPr>
            <a:xfrm>
              <a:off x="4637217" y="6318236"/>
              <a:ext cx="29175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1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Ir a Resumen Financiero</a:t>
              </a:r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630A446D-F59C-B2A5-3AB6-BD223CC66AD5}"/>
              </a:ext>
            </a:extLst>
          </p:cNvPr>
          <p:cNvGrpSpPr/>
          <p:nvPr/>
        </p:nvGrpSpPr>
        <p:grpSpPr>
          <a:xfrm>
            <a:off x="351696" y="6267551"/>
            <a:ext cx="3290403" cy="477718"/>
            <a:chOff x="4450794" y="6264043"/>
            <a:chExt cx="3290403" cy="477718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70FD87E4-9207-7893-BD97-6432587E42FA}"/>
                </a:ext>
              </a:extLst>
            </p:cNvPr>
            <p:cNvSpPr/>
            <p:nvPr/>
          </p:nvSpPr>
          <p:spPr>
            <a:xfrm>
              <a:off x="4450794" y="6264043"/>
              <a:ext cx="3290403" cy="477718"/>
            </a:xfrm>
            <a:prstGeom prst="rect">
              <a:avLst/>
            </a:prstGeom>
            <a:solidFill>
              <a:srgbClr val="031D27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061635E4-E45D-4B17-F78E-3A52B70E0ACB}"/>
                </a:ext>
              </a:extLst>
            </p:cNvPr>
            <p:cNvSpPr txBox="1"/>
            <p:nvPr/>
          </p:nvSpPr>
          <p:spPr>
            <a:xfrm>
              <a:off x="4637217" y="6318236"/>
              <a:ext cx="29175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1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Ir a Resumen de Viaje</a:t>
              </a:r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E7F48CCA-5522-32DA-57DE-806E739AE0DB}"/>
              </a:ext>
            </a:extLst>
          </p:cNvPr>
          <p:cNvGrpSpPr/>
          <p:nvPr/>
        </p:nvGrpSpPr>
        <p:grpSpPr>
          <a:xfrm>
            <a:off x="6903724" y="4719882"/>
            <a:ext cx="4806000" cy="1299600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23F73EB3-DC93-283E-7871-30DC53667E17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2C0026E1-666A-887E-E8F8-82AC7DA366F2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D7FB03BE-87F4-4CC0-2A94-3FA19DAB77A4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a16:creationId xmlns:a16="http://schemas.microsoft.com/office/drawing/2014/main" id="{48C24115-B511-375D-3E1E-CB2FD6BEEA62}"/>
              </a:ext>
            </a:extLst>
          </p:cNvPr>
          <p:cNvSpPr txBox="1"/>
          <p:nvPr/>
        </p:nvSpPr>
        <p:spPr>
          <a:xfrm>
            <a:off x="3820582" y="27955"/>
            <a:ext cx="4445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Situacion</a:t>
            </a: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Financiera Actual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828079D-AABE-41BE-F13B-34979E228BE1}"/>
              </a:ext>
            </a:extLst>
          </p:cNvPr>
          <p:cNvGrpSpPr/>
          <p:nvPr/>
        </p:nvGrpSpPr>
        <p:grpSpPr>
          <a:xfrm>
            <a:off x="351696" y="3001302"/>
            <a:ext cx="5691600" cy="3012933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656BDC4-0257-1215-8525-F05195350CB4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E956B833-CF56-58DB-F63D-8B9090084A91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3125707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F1C4C-EFDA-A162-312E-2DC78E523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upo 73">
            <a:extLst>
              <a:ext uri="{FF2B5EF4-FFF2-40B4-BE49-F238E27FC236}">
                <a16:creationId xmlns:a16="http://schemas.microsoft.com/office/drawing/2014/main" id="{5FADC2BD-33ED-E6FE-E238-67A133F46FD5}"/>
              </a:ext>
            </a:extLst>
          </p:cNvPr>
          <p:cNvGrpSpPr/>
          <p:nvPr/>
        </p:nvGrpSpPr>
        <p:grpSpPr>
          <a:xfrm>
            <a:off x="351700" y="791397"/>
            <a:ext cx="1678573" cy="5874675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B3154B35-F78E-4262-59C7-F5AAB9D648F9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6899B4D0-C153-8605-2A1A-8E63660D4D98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AE43C8C-BCFB-A36D-4DDD-0192C056F8A3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B11FF8A-126A-F677-F509-631AF446B382}"/>
              </a:ext>
            </a:extLst>
          </p:cNvPr>
          <p:cNvSpPr txBox="1"/>
          <p:nvPr/>
        </p:nvSpPr>
        <p:spPr>
          <a:xfrm>
            <a:off x="3873285" y="27955"/>
            <a:ext cx="4445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Resumen Financiero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711F11A-40AD-FFC5-04DC-35D9398431D7}"/>
              </a:ext>
            </a:extLst>
          </p:cNvPr>
          <p:cNvGrpSpPr/>
          <p:nvPr/>
        </p:nvGrpSpPr>
        <p:grpSpPr>
          <a:xfrm>
            <a:off x="7338453" y="791398"/>
            <a:ext cx="4501845" cy="3033100"/>
            <a:chOff x="351696" y="838220"/>
            <a:chExt cx="3890102" cy="2006694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A620B01-F19D-FD40-CFC9-AB4A83941F8B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D8914C99-7D3C-D6AE-82B4-CFA1B0BF4577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0F78F2B1-93BD-CE61-13D9-0780455634F8}"/>
              </a:ext>
            </a:extLst>
          </p:cNvPr>
          <p:cNvGrpSpPr/>
          <p:nvPr/>
        </p:nvGrpSpPr>
        <p:grpSpPr>
          <a:xfrm>
            <a:off x="2390735" y="4129317"/>
            <a:ext cx="4501845" cy="2545113"/>
            <a:chOff x="351696" y="838220"/>
            <a:chExt cx="3890102" cy="2006694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F35DAC6E-B238-B439-7FD9-E9C872584E59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460D0B9F-AA6D-1D3A-B29D-F4E0B7877158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06D42C88-59DD-7E09-DF21-C6354A544696}"/>
              </a:ext>
            </a:extLst>
          </p:cNvPr>
          <p:cNvGrpSpPr/>
          <p:nvPr/>
        </p:nvGrpSpPr>
        <p:grpSpPr>
          <a:xfrm>
            <a:off x="7338453" y="4124178"/>
            <a:ext cx="4501845" cy="2545113"/>
            <a:chOff x="351696" y="838220"/>
            <a:chExt cx="3890102" cy="2006694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848DF489-078C-AD11-D923-30331B237234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58DD920C-265E-9076-F1BD-A2EDE0FA0DEC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701345A-12EB-8631-7FB6-894D48C8D786}"/>
              </a:ext>
            </a:extLst>
          </p:cNvPr>
          <p:cNvGrpSpPr/>
          <p:nvPr/>
        </p:nvGrpSpPr>
        <p:grpSpPr>
          <a:xfrm>
            <a:off x="2390735" y="827100"/>
            <a:ext cx="4501845" cy="2985475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9187AF-BFE4-A954-79ED-89DAED05810D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F4721BB-8163-ABC9-4914-00137133BDB3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0433866A-764B-01F0-9557-3F4586DC3F91}"/>
              </a:ext>
            </a:extLst>
          </p:cNvPr>
          <p:cNvGrpSpPr/>
          <p:nvPr/>
        </p:nvGrpSpPr>
        <p:grpSpPr>
          <a:xfrm>
            <a:off x="5497224" y="3132944"/>
            <a:ext cx="1395356" cy="667578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205A4855-9CF4-0E18-8796-59B90BA89E72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E15037A6-4460-3E34-17CB-B4FE05640AAE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59681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B6E80-F40A-37A2-2048-48C980D9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5D13A646-454A-14FF-39BE-71B5FFAF98D0}"/>
              </a:ext>
            </a:extLst>
          </p:cNvPr>
          <p:cNvGrpSpPr/>
          <p:nvPr/>
        </p:nvGrpSpPr>
        <p:grpSpPr>
          <a:xfrm>
            <a:off x="2394902" y="4943959"/>
            <a:ext cx="9445396" cy="172084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11260E6A-513A-9AFD-6CC6-53095FA9EA08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9103824E-00EA-E882-B682-10C99EDC8A94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F05E0D75-7A89-E59B-6342-597BE3DF8976}"/>
              </a:ext>
            </a:extLst>
          </p:cNvPr>
          <p:cNvGrpSpPr/>
          <p:nvPr/>
        </p:nvGrpSpPr>
        <p:grpSpPr>
          <a:xfrm>
            <a:off x="2394901" y="861225"/>
            <a:ext cx="9445397" cy="1340107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BD6AD3F9-C6DC-9C9E-CFD3-3465728D3700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6CF8E912-E0CD-1FE4-BBFB-2C4A31426E05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F9A8B77-BFE9-2A33-D86C-A0BE37FB2A9D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3054F16-2F98-9D19-BB0F-6C8BE0465507}"/>
              </a:ext>
            </a:extLst>
          </p:cNvPr>
          <p:cNvSpPr txBox="1"/>
          <p:nvPr/>
        </p:nvSpPr>
        <p:spPr>
          <a:xfrm>
            <a:off x="3873285" y="26996"/>
            <a:ext cx="4445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Cuentas Diarias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EF21A59-BBD4-CC26-2EBC-A0EBEC7FD604}"/>
              </a:ext>
            </a:extLst>
          </p:cNvPr>
          <p:cNvGrpSpPr/>
          <p:nvPr/>
        </p:nvGrpSpPr>
        <p:grpSpPr>
          <a:xfrm>
            <a:off x="351700" y="791397"/>
            <a:ext cx="1678573" cy="5874675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BB405A82-9AA4-7368-DC7C-0A72101C580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23DFC699-5664-FEF1-217E-4F57A90D90D6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FFB9F997-7AB5-42ED-F762-8CDA06F4672E}"/>
              </a:ext>
            </a:extLst>
          </p:cNvPr>
          <p:cNvGrpSpPr/>
          <p:nvPr/>
        </p:nvGrpSpPr>
        <p:grpSpPr>
          <a:xfrm>
            <a:off x="2394901" y="2422622"/>
            <a:ext cx="3701099" cy="2342586"/>
            <a:chOff x="351696" y="838220"/>
            <a:chExt cx="3890102" cy="2006694"/>
          </a:xfrm>
        </p:grpSpPr>
        <p:sp>
          <p:nvSpPr>
            <p:cNvPr id="78" name="Rectángulo 77">
              <a:extLst>
                <a:ext uri="{FF2B5EF4-FFF2-40B4-BE49-F238E27FC236}">
                  <a16:creationId xmlns:a16="http://schemas.microsoft.com/office/drawing/2014/main" id="{1248CB16-7046-D709-B31B-49F0AB3ABC3A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FB4EE8DE-9681-CF05-33A0-67FECECFF8B7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379CBD0F-43EE-85A8-898C-B0357062BBE9}"/>
              </a:ext>
            </a:extLst>
          </p:cNvPr>
          <p:cNvGrpSpPr/>
          <p:nvPr/>
        </p:nvGrpSpPr>
        <p:grpSpPr>
          <a:xfrm>
            <a:off x="6460628" y="2405257"/>
            <a:ext cx="5345297" cy="2323232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3F4ED843-C709-5596-4B84-8B5CA6E5899F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FF17CC99-5920-6A3F-75E9-E2C100CC2B96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3345063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0AD3E-9238-7CFA-8CD5-C62C8671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43E0F12A-9A0B-EA2F-FB71-4DA85E7D0F32}"/>
              </a:ext>
            </a:extLst>
          </p:cNvPr>
          <p:cNvGrpSpPr/>
          <p:nvPr/>
        </p:nvGrpSpPr>
        <p:grpSpPr>
          <a:xfrm>
            <a:off x="2394902" y="4203143"/>
            <a:ext cx="9445396" cy="2461656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603C1408-4837-B707-0C46-F8BDE298C554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98E62A9D-9A42-E7A4-7E5E-135176260D3F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A154D16F-6370-815C-D6B4-9460C2DB3A56}"/>
              </a:ext>
            </a:extLst>
          </p:cNvPr>
          <p:cNvGrpSpPr/>
          <p:nvPr/>
        </p:nvGrpSpPr>
        <p:grpSpPr>
          <a:xfrm>
            <a:off x="2394901" y="861226"/>
            <a:ext cx="5385247" cy="3066372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0B112A79-4516-2C9D-4CDB-87C62D4E6B99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ACF0057B-7F95-E4E4-DF2E-7D6B01C2ED77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ED3C40B-C8C6-F420-3A48-AE9D9EC75856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0F433B3-FD61-BD45-9BA8-0B8B76DADA26}"/>
              </a:ext>
            </a:extLst>
          </p:cNvPr>
          <p:cNvSpPr txBox="1"/>
          <p:nvPr/>
        </p:nvSpPr>
        <p:spPr>
          <a:xfrm>
            <a:off x="3313407" y="0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Movimientos Inversiones Disponibles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5E0F6E35-03CF-CF78-124A-04157125F9AE}"/>
              </a:ext>
            </a:extLst>
          </p:cNvPr>
          <p:cNvGrpSpPr/>
          <p:nvPr/>
        </p:nvGrpSpPr>
        <p:grpSpPr>
          <a:xfrm>
            <a:off x="351700" y="791397"/>
            <a:ext cx="1678573" cy="4385035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41784FC9-387B-E75E-9076-9A125D7AABF1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73ADFFCE-0736-75F1-E593-6C0662BD12BB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154A424E-0C5E-A495-2DF6-A6240B7C3F45}"/>
              </a:ext>
            </a:extLst>
          </p:cNvPr>
          <p:cNvGrpSpPr/>
          <p:nvPr/>
        </p:nvGrpSpPr>
        <p:grpSpPr>
          <a:xfrm>
            <a:off x="8144776" y="873266"/>
            <a:ext cx="3695522" cy="3078802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100958FD-163C-1BA7-E3BF-C357183E43B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5F24891C-E643-C99B-05E6-A73C974EC177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860A8224-5BF1-CB8D-ED5F-8047B35C8D51}"/>
              </a:ext>
            </a:extLst>
          </p:cNvPr>
          <p:cNvGrpSpPr/>
          <p:nvPr/>
        </p:nvGrpSpPr>
        <p:grpSpPr>
          <a:xfrm>
            <a:off x="352673" y="5348867"/>
            <a:ext cx="1677600" cy="1315932"/>
            <a:chOff x="351696" y="838220"/>
            <a:chExt cx="3890102" cy="200669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B6AC7D3-6E68-524A-4123-5F097FD486C8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ED2F7DB-EC2E-19C4-4F7F-D5E45912F928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525752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95367-B7C1-FF16-06F7-7CA658F6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18D57CA5-00EE-9953-8EB5-52427B3DAC5D}"/>
              </a:ext>
            </a:extLst>
          </p:cNvPr>
          <p:cNvGrpSpPr/>
          <p:nvPr/>
        </p:nvGrpSpPr>
        <p:grpSpPr>
          <a:xfrm>
            <a:off x="2394901" y="4680487"/>
            <a:ext cx="9445396" cy="1960595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522034CA-8D6C-FEE0-7FEB-77AE36960DA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5AB65F85-5A8C-0B5A-8FB0-2B635FF83252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C95E086B-5FA4-2647-926C-52BF333C1E75}"/>
              </a:ext>
            </a:extLst>
          </p:cNvPr>
          <p:cNvGrpSpPr/>
          <p:nvPr/>
        </p:nvGrpSpPr>
        <p:grpSpPr>
          <a:xfrm>
            <a:off x="2394901" y="861225"/>
            <a:ext cx="9445396" cy="2484461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14AEB43E-748E-712C-97BB-801E21816EEE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B76375E6-B685-463A-20BE-D6217329F29B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EFDFCD-EEF9-7660-EC1A-930927D4D47B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FBDCC12-4EDA-46C2-44D5-7A2F5207D769}"/>
              </a:ext>
            </a:extLst>
          </p:cNvPr>
          <p:cNvSpPr txBox="1"/>
          <p:nvPr/>
        </p:nvSpPr>
        <p:spPr>
          <a:xfrm>
            <a:off x="3313407" y="27955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Inversiones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269D605-6DE6-0715-2B88-8D74865DFFBE}"/>
              </a:ext>
            </a:extLst>
          </p:cNvPr>
          <p:cNvGrpSpPr/>
          <p:nvPr/>
        </p:nvGrpSpPr>
        <p:grpSpPr>
          <a:xfrm>
            <a:off x="351700" y="791397"/>
            <a:ext cx="1678573" cy="5873400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6F9D11CE-6269-8A18-A590-3B8D87EE9570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54FFEF2F-A2B4-D549-EA2D-6B1B4D67500C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4E9FA75E-EE19-CE80-19F6-FF251CE21782}"/>
              </a:ext>
            </a:extLst>
          </p:cNvPr>
          <p:cNvGrpSpPr/>
          <p:nvPr/>
        </p:nvGrpSpPr>
        <p:grpSpPr>
          <a:xfrm>
            <a:off x="2394901" y="3512312"/>
            <a:ext cx="9445397" cy="968593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FA628F30-292F-BEF3-1E00-EA3FF4443A74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2FB79E24-1D5C-9C8F-0A71-7F3DE422125E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1585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0AD3E-9238-7CFA-8CD5-C62C8671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43E0F12A-9A0B-EA2F-FB71-4DA85E7D0F32}"/>
              </a:ext>
            </a:extLst>
          </p:cNvPr>
          <p:cNvGrpSpPr/>
          <p:nvPr/>
        </p:nvGrpSpPr>
        <p:grpSpPr>
          <a:xfrm>
            <a:off x="2394902" y="4938686"/>
            <a:ext cx="9445396" cy="17208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603C1408-4837-B707-0C46-F8BDE298C554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98E62A9D-9A42-E7A4-7E5E-135176260D3F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A154D16F-6370-815C-D6B4-9460C2DB3A56}"/>
              </a:ext>
            </a:extLst>
          </p:cNvPr>
          <p:cNvGrpSpPr/>
          <p:nvPr/>
        </p:nvGrpSpPr>
        <p:grpSpPr>
          <a:xfrm>
            <a:off x="2394902" y="2203554"/>
            <a:ext cx="6164482" cy="2503974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0B112A79-4516-2C9D-4CDB-87C62D4E6B99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ACF0057B-7F95-E4E4-DF2E-7D6B01C2ED77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ED3C40B-C8C6-F420-3A48-AE9D9EC75856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0F433B3-FD61-BD45-9BA8-0B8B76DADA26}"/>
              </a:ext>
            </a:extLst>
          </p:cNvPr>
          <p:cNvSpPr txBox="1"/>
          <p:nvPr/>
        </p:nvSpPr>
        <p:spPr>
          <a:xfrm>
            <a:off x="3313407" y="27955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Terceros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5E0F6E35-03CF-CF78-124A-04157125F9AE}"/>
              </a:ext>
            </a:extLst>
          </p:cNvPr>
          <p:cNvGrpSpPr/>
          <p:nvPr/>
        </p:nvGrpSpPr>
        <p:grpSpPr>
          <a:xfrm>
            <a:off x="351700" y="791397"/>
            <a:ext cx="1678573" cy="4385035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41784FC9-387B-E75E-9076-9A125D7AABF1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73ADFFCE-0736-75F1-E593-6C0662BD12BB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154A424E-0C5E-A495-2DF6-A6240B7C3F45}"/>
              </a:ext>
            </a:extLst>
          </p:cNvPr>
          <p:cNvGrpSpPr/>
          <p:nvPr/>
        </p:nvGrpSpPr>
        <p:grpSpPr>
          <a:xfrm>
            <a:off x="2394901" y="809102"/>
            <a:ext cx="9445397" cy="1110212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100958FD-163C-1BA7-E3BF-C357183E43B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5F24891C-E643-C99B-05E6-A73C974EC177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860A8224-5BF1-CB8D-ED5F-8047B35C8D51}"/>
              </a:ext>
            </a:extLst>
          </p:cNvPr>
          <p:cNvGrpSpPr/>
          <p:nvPr/>
        </p:nvGrpSpPr>
        <p:grpSpPr>
          <a:xfrm>
            <a:off x="352673" y="5348867"/>
            <a:ext cx="1677600" cy="1315932"/>
            <a:chOff x="351696" y="838220"/>
            <a:chExt cx="3890102" cy="200669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B6AC7D3-6E68-524A-4123-5F097FD486C8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ED2F7DB-EC2E-19C4-4F7F-D5E45912F928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3F07CE18-79DD-3FF7-1552-B373310F324B}"/>
              </a:ext>
            </a:extLst>
          </p:cNvPr>
          <p:cNvGrpSpPr/>
          <p:nvPr/>
        </p:nvGrpSpPr>
        <p:grpSpPr>
          <a:xfrm>
            <a:off x="8754256" y="2177012"/>
            <a:ext cx="3086042" cy="2530515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0D1E620-75D9-A1A7-1E3D-3DB3849CD8BB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28674053-024C-A690-0D26-D4E40071F22D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2541165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B3792-6FA4-B36E-91C7-1E6E0AEE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656AE7D0-1626-5B5C-1B61-6A85A1B9BAF4}"/>
              </a:ext>
            </a:extLst>
          </p:cNvPr>
          <p:cNvGrpSpPr/>
          <p:nvPr/>
        </p:nvGrpSpPr>
        <p:grpSpPr>
          <a:xfrm>
            <a:off x="2394902" y="4938686"/>
            <a:ext cx="9445396" cy="17208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B1BECBB0-F228-4FC5-25C6-BDF5E920252F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75CF1E16-02CB-0980-4187-0E22E1C33C4E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4BDA67B-640B-D7F9-91DB-D5E5BD8C8D6D}"/>
              </a:ext>
            </a:extLst>
          </p:cNvPr>
          <p:cNvGrpSpPr/>
          <p:nvPr/>
        </p:nvGrpSpPr>
        <p:grpSpPr>
          <a:xfrm>
            <a:off x="5675816" y="2206974"/>
            <a:ext cx="6164482" cy="2503974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E064B862-890E-6DB5-2245-20877550E866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4C829ECE-8286-A538-3A7C-6B9468E3CE7A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655FB14-C5E5-CBC4-B2B0-A896B569838F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1251577-DB3B-42EF-F6F4-299456230DF1}"/>
              </a:ext>
            </a:extLst>
          </p:cNvPr>
          <p:cNvSpPr txBox="1"/>
          <p:nvPr/>
        </p:nvSpPr>
        <p:spPr>
          <a:xfrm>
            <a:off x="3313407" y="27955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Deudas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82F52BF-04E6-D6B3-C713-86BC8B61C1B7}"/>
              </a:ext>
            </a:extLst>
          </p:cNvPr>
          <p:cNvGrpSpPr/>
          <p:nvPr/>
        </p:nvGrpSpPr>
        <p:grpSpPr>
          <a:xfrm>
            <a:off x="351700" y="791397"/>
            <a:ext cx="1678573" cy="5868088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2E9BA6DB-13B9-0064-76E9-BAD78A5AE7E8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99031A03-3C1A-40E2-F5EB-6641A22EAB37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A56CF154-7CAE-A78B-154C-2DAA8499CC47}"/>
              </a:ext>
            </a:extLst>
          </p:cNvPr>
          <p:cNvGrpSpPr/>
          <p:nvPr/>
        </p:nvGrpSpPr>
        <p:grpSpPr>
          <a:xfrm>
            <a:off x="2394901" y="791397"/>
            <a:ext cx="9445397" cy="1191108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33FF4D5E-AA2F-C35C-5BB4-B8E34B3D1C3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EC3954D0-E44C-C669-DB9E-53B6C30F9E0D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1FAA8AD3-8038-CFC6-0412-BAA07343A200}"/>
              </a:ext>
            </a:extLst>
          </p:cNvPr>
          <p:cNvGrpSpPr/>
          <p:nvPr/>
        </p:nvGrpSpPr>
        <p:grpSpPr>
          <a:xfrm>
            <a:off x="2394901" y="2198812"/>
            <a:ext cx="3086042" cy="2530515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FE27CB0-35BB-4463-032D-E4053C95DDE0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327BE99E-44E7-8A8B-BDFA-36E9BD0093E4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97928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70602-B92E-2411-19DE-E614CB11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2986B8F2-B57D-E902-9FFA-8D82235183FD}"/>
              </a:ext>
            </a:extLst>
          </p:cNvPr>
          <p:cNvGrpSpPr/>
          <p:nvPr/>
        </p:nvGrpSpPr>
        <p:grpSpPr>
          <a:xfrm>
            <a:off x="2394902" y="4938686"/>
            <a:ext cx="9445396" cy="17208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44A3A760-7894-A257-0346-293F365377F0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42435810-FE43-1D6F-C6AE-C6732E4F61C1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704CFD9E-21E2-1B1E-BF74-53B3C7F6F7DC}"/>
              </a:ext>
            </a:extLst>
          </p:cNvPr>
          <p:cNvGrpSpPr/>
          <p:nvPr/>
        </p:nvGrpSpPr>
        <p:grpSpPr>
          <a:xfrm>
            <a:off x="2394901" y="1973646"/>
            <a:ext cx="6164482" cy="2752453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9B05BBF2-3129-0127-057B-78ADE1F55C45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0D951C83-3073-4687-EBA5-9FA1BAF33161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B19FD5BD-5F12-774D-4C6E-1E7138BF5702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F55EB05-611D-31BB-1319-C3A879BFE30A}"/>
              </a:ext>
            </a:extLst>
          </p:cNvPr>
          <p:cNvSpPr txBox="1"/>
          <p:nvPr/>
        </p:nvSpPr>
        <p:spPr>
          <a:xfrm>
            <a:off x="3313407" y="27955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</a:t>
            </a:r>
            <a:r>
              <a:rPr lang="es-MX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Creditos</a:t>
            </a:r>
            <a:endParaRPr lang="es-MX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DE70CBE0-48DB-A38C-9B56-7A456CF0FBDB}"/>
              </a:ext>
            </a:extLst>
          </p:cNvPr>
          <p:cNvGrpSpPr/>
          <p:nvPr/>
        </p:nvGrpSpPr>
        <p:grpSpPr>
          <a:xfrm>
            <a:off x="2394901" y="791397"/>
            <a:ext cx="9445397" cy="977439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BEBAA511-C27B-78F1-9728-E39D4AF866C2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61CF5E22-D6FF-175E-2683-B04A3DE69C21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0BFB5298-C3A6-A4BA-19DE-8D0E02E42393}"/>
              </a:ext>
            </a:extLst>
          </p:cNvPr>
          <p:cNvGrpSpPr/>
          <p:nvPr/>
        </p:nvGrpSpPr>
        <p:grpSpPr>
          <a:xfrm>
            <a:off x="8784236" y="1977477"/>
            <a:ext cx="3056062" cy="2763611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7EACCE4-B757-FC21-1074-57AF0847D6A9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E4C86184-07C1-CD76-D17A-BD281D65BBFE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9D6EC6F1-7EBE-EEB6-3EE2-92439677F5BA}"/>
              </a:ext>
            </a:extLst>
          </p:cNvPr>
          <p:cNvGrpSpPr/>
          <p:nvPr/>
        </p:nvGrpSpPr>
        <p:grpSpPr>
          <a:xfrm>
            <a:off x="351700" y="791397"/>
            <a:ext cx="1678573" cy="5868088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F528F21-B9F9-5BCF-932F-70BECB91A18A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EAB8EF2-98A8-32C7-9B25-348DCA3667E1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974212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26FA9-5C55-2955-3723-9C7E3A15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42A33AAB-629D-AAE6-AC51-0A195A5BD7C9}"/>
              </a:ext>
            </a:extLst>
          </p:cNvPr>
          <p:cNvGrpSpPr/>
          <p:nvPr/>
        </p:nvGrpSpPr>
        <p:grpSpPr>
          <a:xfrm>
            <a:off x="2394902" y="4938686"/>
            <a:ext cx="9445396" cy="17208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E523F225-1981-88CB-7D8A-ABBCEA422C88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4B1871B1-1390-8C99-8FC4-682CB2B7DF0C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7641D8AA-82D4-1904-AE2D-48198BD4BF30}"/>
              </a:ext>
            </a:extLst>
          </p:cNvPr>
          <p:cNvGrpSpPr/>
          <p:nvPr/>
        </p:nvGrpSpPr>
        <p:grpSpPr>
          <a:xfrm>
            <a:off x="7249782" y="2279470"/>
            <a:ext cx="4590515" cy="2431477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1B38F656-EFAC-4A6A-3E87-DA74F3C897A4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8D2B818B-2E0B-23F6-1137-0E6155EF149B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5D70CC0-BAF5-0088-6A8B-D7CE363235EC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9F3CAAB-3DC1-1255-FE17-81F1B7AF6CBE}"/>
              </a:ext>
            </a:extLst>
          </p:cNvPr>
          <p:cNvSpPr txBox="1"/>
          <p:nvPr/>
        </p:nvSpPr>
        <p:spPr>
          <a:xfrm>
            <a:off x="3313407" y="46496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Ingresos Operativos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0C7AB8E0-E78E-2C32-FD5E-D6D226E9A00A}"/>
              </a:ext>
            </a:extLst>
          </p:cNvPr>
          <p:cNvGrpSpPr/>
          <p:nvPr/>
        </p:nvGrpSpPr>
        <p:grpSpPr>
          <a:xfrm>
            <a:off x="351700" y="791397"/>
            <a:ext cx="1678573" cy="5868088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77A6E9FB-4F3A-052A-36F3-D6911CC609F5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15869C1A-ECE1-58C9-9A7E-F8278FD604BB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E56381BC-84EA-39B4-8CB4-21113DD5DFDC}"/>
              </a:ext>
            </a:extLst>
          </p:cNvPr>
          <p:cNvGrpSpPr/>
          <p:nvPr/>
        </p:nvGrpSpPr>
        <p:grpSpPr>
          <a:xfrm>
            <a:off x="2394901" y="791396"/>
            <a:ext cx="9445397" cy="1270151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09D4F88C-11FD-14D1-1B12-26944769B2CA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433A45AA-FE68-765C-5771-B1713F48B066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A584B329-9566-24A7-1E4F-E77E36E7800D}"/>
              </a:ext>
            </a:extLst>
          </p:cNvPr>
          <p:cNvGrpSpPr/>
          <p:nvPr/>
        </p:nvGrpSpPr>
        <p:grpSpPr>
          <a:xfrm>
            <a:off x="2394901" y="2279471"/>
            <a:ext cx="4590515" cy="2434745"/>
            <a:chOff x="351696" y="838220"/>
            <a:chExt cx="3890102" cy="200669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9100585-503C-1B53-3684-1511C628770E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98A8858-CF54-CA00-2563-2295454E6604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2968149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63F9E-2289-5E16-089D-3C20C2A4F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4C06EDEF-7B82-35D3-33CD-9CCFC79D75C3}"/>
              </a:ext>
            </a:extLst>
          </p:cNvPr>
          <p:cNvGrpSpPr/>
          <p:nvPr/>
        </p:nvGrpSpPr>
        <p:grpSpPr>
          <a:xfrm>
            <a:off x="2394902" y="4938686"/>
            <a:ext cx="9445396" cy="17208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AF9E3354-81A8-3A77-E3ED-C26BD22A3B1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27E62075-08DB-22CA-F3E2-0F9E62272D34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48D89F2A-F1EA-EB2C-7F95-03F3EDDF525F}"/>
              </a:ext>
            </a:extLst>
          </p:cNvPr>
          <p:cNvGrpSpPr/>
          <p:nvPr/>
        </p:nvGrpSpPr>
        <p:grpSpPr>
          <a:xfrm>
            <a:off x="2394902" y="720779"/>
            <a:ext cx="4800377" cy="3986749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7F6FE723-9BCD-5D80-8C31-6BD43CA7B602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D8CE67EA-1FDD-FF51-CFDA-143F2B43D149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1ABDE64-502D-2E8E-3C97-10FE75FF2332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FB75AC7-BD87-5C08-7D90-F03DCED8DA96}"/>
              </a:ext>
            </a:extLst>
          </p:cNvPr>
          <p:cNvSpPr txBox="1"/>
          <p:nvPr/>
        </p:nvSpPr>
        <p:spPr>
          <a:xfrm>
            <a:off x="3313407" y="27955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Presupuesto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2C6E3DD6-517F-ACA3-F463-D95AFF8A50AC}"/>
              </a:ext>
            </a:extLst>
          </p:cNvPr>
          <p:cNvGrpSpPr/>
          <p:nvPr/>
        </p:nvGrpSpPr>
        <p:grpSpPr>
          <a:xfrm>
            <a:off x="352186" y="720779"/>
            <a:ext cx="1678573" cy="4426291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932C0B6C-D1A1-AC32-D7AD-167D3B7C02CF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BA8B96C7-DC7C-C889-6710-EBD28EB7C5FE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E5D836FD-4CCB-5098-03BC-DA31DEACD3FB}"/>
              </a:ext>
            </a:extLst>
          </p:cNvPr>
          <p:cNvGrpSpPr/>
          <p:nvPr/>
        </p:nvGrpSpPr>
        <p:grpSpPr>
          <a:xfrm>
            <a:off x="7390151" y="736873"/>
            <a:ext cx="4450146" cy="2025639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29661AE8-BC47-F107-2064-DC76DDD6BD1A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DFC4D00B-BCC4-1CCA-999B-97815B17395F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9E12D9C2-FF25-AC03-F401-6CAC08F73931}"/>
              </a:ext>
            </a:extLst>
          </p:cNvPr>
          <p:cNvGrpSpPr/>
          <p:nvPr/>
        </p:nvGrpSpPr>
        <p:grpSpPr>
          <a:xfrm>
            <a:off x="352673" y="5348867"/>
            <a:ext cx="1677600" cy="1315932"/>
            <a:chOff x="351696" y="838220"/>
            <a:chExt cx="3890102" cy="200669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F82A160-FBE5-CB11-A60A-14D6B10234D7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60B431E-0ADC-ADDF-6433-C85ED0EF3BE8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1024673-0995-8357-3560-47422228CEA5}"/>
              </a:ext>
            </a:extLst>
          </p:cNvPr>
          <p:cNvGrpSpPr/>
          <p:nvPr/>
        </p:nvGrpSpPr>
        <p:grpSpPr>
          <a:xfrm>
            <a:off x="7390151" y="2993673"/>
            <a:ext cx="4450147" cy="1713853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66621BFC-EBF0-7296-A010-03349C5BD8B5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FC3A3627-1AD2-B16D-5F16-7CA2ADC1BFDC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2131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1CF90-3098-793D-9541-CAB27476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7FDDD48D-CC2F-13D2-DCEF-46D90462AA2D}"/>
              </a:ext>
            </a:extLst>
          </p:cNvPr>
          <p:cNvGrpSpPr/>
          <p:nvPr/>
        </p:nvGrpSpPr>
        <p:grpSpPr>
          <a:xfrm>
            <a:off x="4107304" y="4938686"/>
            <a:ext cx="7732993" cy="17208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CD781CC7-BDAF-6848-7DA6-23B1D044BC6C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33581F3F-74F6-A9CC-FAA5-3B8A9F959022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B50CE7F7-7980-00ED-976A-6CA76C60F19E}"/>
              </a:ext>
            </a:extLst>
          </p:cNvPr>
          <p:cNvGrpSpPr/>
          <p:nvPr/>
        </p:nvGrpSpPr>
        <p:grpSpPr>
          <a:xfrm>
            <a:off x="2233534" y="720779"/>
            <a:ext cx="4961746" cy="3986749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514DB549-A333-FEFA-B4B7-2DEBA0D42AF0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6641CA06-A34D-E041-6EE0-758CB39094B5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BE2EDE2-5554-0E3C-2A72-16DA29249865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2FAC554-B77A-015D-A05E-D277B0DF6C87}"/>
              </a:ext>
            </a:extLst>
          </p:cNvPr>
          <p:cNvSpPr txBox="1"/>
          <p:nvPr/>
        </p:nvSpPr>
        <p:spPr>
          <a:xfrm>
            <a:off x="3313407" y="27955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ID Presupuesto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2EC5D932-87BC-8B6C-DF67-4F98F4AA0895}"/>
              </a:ext>
            </a:extLst>
          </p:cNvPr>
          <p:cNvGrpSpPr/>
          <p:nvPr/>
        </p:nvGrpSpPr>
        <p:grpSpPr>
          <a:xfrm>
            <a:off x="351700" y="711606"/>
            <a:ext cx="1678573" cy="3995920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8F25E26D-5F8E-05B4-25F6-ADDEFA929C41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099FC724-5AFB-1EB2-29C4-D97C5C8F4AD5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2AADC449-D648-1C02-D8AB-5606111AE44B}"/>
              </a:ext>
            </a:extLst>
          </p:cNvPr>
          <p:cNvGrpSpPr/>
          <p:nvPr/>
        </p:nvGrpSpPr>
        <p:grpSpPr>
          <a:xfrm>
            <a:off x="7390151" y="736873"/>
            <a:ext cx="4450146" cy="2025639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348F252E-0077-2B8E-B579-27A15126D95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9B190E87-30AE-7516-D8EB-6B33F8374CC6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3B5D386-7E43-107B-2A1B-617082DEBB29}"/>
              </a:ext>
            </a:extLst>
          </p:cNvPr>
          <p:cNvGrpSpPr/>
          <p:nvPr/>
        </p:nvGrpSpPr>
        <p:grpSpPr>
          <a:xfrm>
            <a:off x="7390151" y="2993673"/>
            <a:ext cx="4450147" cy="1713853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17E59FC7-D175-DF51-BCA5-BE441AA32E21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4E30427B-76B3-C61D-95C5-C0ABBF96FC13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6AF680AD-3899-33E0-B46E-FC4180D12791}"/>
              </a:ext>
            </a:extLst>
          </p:cNvPr>
          <p:cNvGrpSpPr/>
          <p:nvPr/>
        </p:nvGrpSpPr>
        <p:grpSpPr>
          <a:xfrm>
            <a:off x="344944" y="4929512"/>
            <a:ext cx="3552500" cy="1713853"/>
            <a:chOff x="351696" y="838220"/>
            <a:chExt cx="3890102" cy="200669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215E08D8-04D3-56BE-0033-6E79372293EF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E2DFA93-EAE5-BE60-0C7C-EB24FE7C9BBD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612531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96114-16D7-696B-AEE4-A8D92C2D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36621803-2189-B68B-884C-CBE20AA1AB6F}"/>
              </a:ext>
            </a:extLst>
          </p:cNvPr>
          <p:cNvGrpSpPr/>
          <p:nvPr/>
        </p:nvGrpSpPr>
        <p:grpSpPr>
          <a:xfrm>
            <a:off x="8124669" y="4542021"/>
            <a:ext cx="3715630" cy="2122774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DB93F5D5-00E4-916F-1B20-0138E736C66E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11325495-964B-1271-F898-75BDEBB261D6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D8643815-B73A-AF99-BB4F-2B5AD2DB2B29}"/>
              </a:ext>
            </a:extLst>
          </p:cNvPr>
          <p:cNvGrpSpPr/>
          <p:nvPr/>
        </p:nvGrpSpPr>
        <p:grpSpPr>
          <a:xfrm>
            <a:off x="2394903" y="768872"/>
            <a:ext cx="3701098" cy="3938656"/>
            <a:chOff x="351696" y="838220"/>
            <a:chExt cx="3890102" cy="2006694"/>
          </a:xfrm>
        </p:grpSpPr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1012F679-9815-8C1D-7078-0E70E4E9B1D2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BDFCFAD4-649C-4265-3FBE-BCD02BC19CB9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73E431C-DA63-033F-0915-4101D9A253B8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EB37F55-3023-300C-AF2F-51A3B6259F84}"/>
              </a:ext>
            </a:extLst>
          </p:cNvPr>
          <p:cNvSpPr txBox="1"/>
          <p:nvPr/>
        </p:nvSpPr>
        <p:spPr>
          <a:xfrm>
            <a:off x="3313407" y="27955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Resumen Viajes</a:t>
            </a:r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BBE7790D-7CD5-03F6-DBC1-32737A6F2C52}"/>
              </a:ext>
            </a:extLst>
          </p:cNvPr>
          <p:cNvGrpSpPr/>
          <p:nvPr/>
        </p:nvGrpSpPr>
        <p:grpSpPr>
          <a:xfrm>
            <a:off x="6460631" y="752906"/>
            <a:ext cx="5379666" cy="3654199"/>
            <a:chOff x="351696" y="838220"/>
            <a:chExt cx="3890102" cy="2006694"/>
          </a:xfrm>
        </p:grpSpPr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9141BDE4-CEF3-E2C2-3E1E-8C0D6B7883A6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6BAE2435-B9A0-827E-94C1-216C494D23EA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6298A6E7-56BA-0321-027A-1D51CA59EB6D}"/>
              </a:ext>
            </a:extLst>
          </p:cNvPr>
          <p:cNvGrpSpPr/>
          <p:nvPr/>
        </p:nvGrpSpPr>
        <p:grpSpPr>
          <a:xfrm>
            <a:off x="352673" y="4938686"/>
            <a:ext cx="1677600" cy="1726113"/>
            <a:chOff x="351696" y="838220"/>
            <a:chExt cx="3890102" cy="200669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EC75849-4051-727A-122B-44A792CADC4B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4AE1130-15DC-9FDC-A66E-6F55550540FE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52074E9C-004B-5E55-6ACA-D48DCF97D01A}"/>
              </a:ext>
            </a:extLst>
          </p:cNvPr>
          <p:cNvGrpSpPr/>
          <p:nvPr/>
        </p:nvGrpSpPr>
        <p:grpSpPr>
          <a:xfrm>
            <a:off x="2394903" y="4922590"/>
            <a:ext cx="5549884" cy="1713853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12C223C2-8F10-72FD-CE85-AC4773D47612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DA2E1993-69BE-85E8-8197-5D79C1BC40A6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BFF74892-1803-2B38-DCE9-340013A0982F}"/>
              </a:ext>
            </a:extLst>
          </p:cNvPr>
          <p:cNvGrpSpPr/>
          <p:nvPr/>
        </p:nvGrpSpPr>
        <p:grpSpPr>
          <a:xfrm>
            <a:off x="352186" y="752905"/>
            <a:ext cx="1678573" cy="3954601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A429074D-DF14-C2F8-D671-496D12D47B81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571C1D73-6FF0-0C58-BF31-78E5F15FEDDE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2B86749-289B-F2CC-D798-DB30014574B1}"/>
              </a:ext>
            </a:extLst>
          </p:cNvPr>
          <p:cNvGrpSpPr/>
          <p:nvPr/>
        </p:nvGrpSpPr>
        <p:grpSpPr>
          <a:xfrm>
            <a:off x="8277069" y="4694421"/>
            <a:ext cx="3715630" cy="2122774"/>
            <a:chOff x="351696" y="838220"/>
            <a:chExt cx="3890102" cy="2006694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BDAA95D6-3B50-22CF-0383-76F3C3858E5D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25859DC-631F-B02A-531A-51B62FF7DD21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2029660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C34C5-4D8A-7450-5892-7D4BCC75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E419C11C-D19A-5B0D-4B89-DD7E22650F6F}"/>
              </a:ext>
            </a:extLst>
          </p:cNvPr>
          <p:cNvGrpSpPr/>
          <p:nvPr/>
        </p:nvGrpSpPr>
        <p:grpSpPr>
          <a:xfrm>
            <a:off x="4107304" y="4938686"/>
            <a:ext cx="7732993" cy="17208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D2872C68-7194-972E-BEC8-00C43EA33DD4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FED094E2-563C-3C63-EEE0-D22B8DA288FC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0F2C8EC-BA8E-5153-82D5-DDAF2B4F41D2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4146966-4129-66CD-D425-6E511C0CB4E8}"/>
              </a:ext>
            </a:extLst>
          </p:cNvPr>
          <p:cNvSpPr txBox="1"/>
          <p:nvPr/>
        </p:nvSpPr>
        <p:spPr>
          <a:xfrm>
            <a:off x="3313407" y="27955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Viajes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DC762B0B-7190-D2B4-6020-3CB5B9660861}"/>
              </a:ext>
            </a:extLst>
          </p:cNvPr>
          <p:cNvGrpSpPr/>
          <p:nvPr/>
        </p:nvGrpSpPr>
        <p:grpSpPr>
          <a:xfrm>
            <a:off x="351700" y="711606"/>
            <a:ext cx="1678573" cy="3995920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62DF86FC-AFC0-58E1-8D57-D9EE144C8F5C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E7CC8E7C-31A7-2DEB-0656-FDDF9C489D00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254FEEA4-27D9-CCC6-5C65-2E17EF41CFAB}"/>
              </a:ext>
            </a:extLst>
          </p:cNvPr>
          <p:cNvGrpSpPr/>
          <p:nvPr/>
        </p:nvGrpSpPr>
        <p:grpSpPr>
          <a:xfrm>
            <a:off x="7230129" y="711607"/>
            <a:ext cx="4610170" cy="3992965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15B7C4C3-1160-6B8A-8585-542A7E045B33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CAA9965-27FC-6F0A-E380-81D288D7F3A0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973BE078-3A3D-6377-38C8-6FE22BAECF77}"/>
              </a:ext>
            </a:extLst>
          </p:cNvPr>
          <p:cNvGrpSpPr/>
          <p:nvPr/>
        </p:nvGrpSpPr>
        <p:grpSpPr>
          <a:xfrm>
            <a:off x="344944" y="4929512"/>
            <a:ext cx="3552500" cy="1713853"/>
            <a:chOff x="351696" y="838220"/>
            <a:chExt cx="3890102" cy="200669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C5E720C6-9EE0-AC7F-A412-9BE1F586BCA2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D39F55D-EF1F-C541-AA33-6EF4D2941C3B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3EBE17E7-0F47-EC6D-D02A-C0D08A2EEFB0}"/>
              </a:ext>
            </a:extLst>
          </p:cNvPr>
          <p:cNvGrpSpPr/>
          <p:nvPr/>
        </p:nvGrpSpPr>
        <p:grpSpPr>
          <a:xfrm>
            <a:off x="2230012" y="727729"/>
            <a:ext cx="4800377" cy="1856916"/>
            <a:chOff x="351696" y="838220"/>
            <a:chExt cx="3890102" cy="200669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AC047D-03FA-9DEE-DB02-9DFB3770CA9E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E31793E-9934-1409-AC6B-BD2E74A47D74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B0B17B2-2BB7-D883-21B3-35A0BAAD508C}"/>
              </a:ext>
            </a:extLst>
          </p:cNvPr>
          <p:cNvGrpSpPr/>
          <p:nvPr/>
        </p:nvGrpSpPr>
        <p:grpSpPr>
          <a:xfrm>
            <a:off x="2230011" y="2818156"/>
            <a:ext cx="4800377" cy="1870295"/>
            <a:chOff x="351696" y="838220"/>
            <a:chExt cx="3890102" cy="200669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E060548-7195-063A-8D38-8DD4E0AC889B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2B05005-ABA9-C9FC-3126-0C3B28ABC2D6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EE2F333-D6B0-F16B-5924-715424A24BA1}"/>
              </a:ext>
            </a:extLst>
          </p:cNvPr>
          <p:cNvGrpSpPr/>
          <p:nvPr/>
        </p:nvGrpSpPr>
        <p:grpSpPr>
          <a:xfrm>
            <a:off x="4630199" y="3852472"/>
            <a:ext cx="2397600" cy="828016"/>
            <a:chOff x="351696" y="838220"/>
            <a:chExt cx="3890102" cy="2006694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8D47BA3-BB07-1FDB-43A5-DD52EA5CE956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10C2D767-300E-81A7-F448-023C03BD8EF1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260F04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147472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2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415FD-ABE6-00DE-8C84-C0C5039B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4FF00F4D-D0D0-10B2-D793-1950D22F22BE}"/>
              </a:ext>
            </a:extLst>
          </p:cNvPr>
          <p:cNvGrpSpPr/>
          <p:nvPr/>
        </p:nvGrpSpPr>
        <p:grpSpPr>
          <a:xfrm>
            <a:off x="4107304" y="4938686"/>
            <a:ext cx="7732993" cy="1720800"/>
            <a:chOff x="351696" y="838220"/>
            <a:chExt cx="3890102" cy="2006694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D106F2A7-D3A5-C73F-F0EE-D49703939ED5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44340379-3EF3-7A11-E721-FCAF08598B7C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8F5F710-0B68-E116-5CEA-34632E9A4D41}"/>
              </a:ext>
            </a:extLst>
          </p:cNvPr>
          <p:cNvCxnSpPr>
            <a:cxnSpLocks/>
          </p:cNvCxnSpPr>
          <p:nvPr/>
        </p:nvCxnSpPr>
        <p:spPr>
          <a:xfrm>
            <a:off x="351700" y="489620"/>
            <a:ext cx="1148859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DA32D0F-E478-9DFE-04DD-DF98CF6E7CBF}"/>
              </a:ext>
            </a:extLst>
          </p:cNvPr>
          <p:cNvSpPr txBox="1"/>
          <p:nvPr/>
        </p:nvSpPr>
        <p:spPr>
          <a:xfrm>
            <a:off x="3313407" y="27626"/>
            <a:ext cx="55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Viajes en el Extranjero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BB44B694-3C73-5F06-A4D0-6A7232798BF3}"/>
              </a:ext>
            </a:extLst>
          </p:cNvPr>
          <p:cNvGrpSpPr/>
          <p:nvPr/>
        </p:nvGrpSpPr>
        <p:grpSpPr>
          <a:xfrm>
            <a:off x="351700" y="711606"/>
            <a:ext cx="1678573" cy="3995920"/>
            <a:chOff x="351696" y="838220"/>
            <a:chExt cx="3890102" cy="2006694"/>
          </a:xfrm>
          <a:solidFill>
            <a:srgbClr val="061808"/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6E231FF3-16F0-62A4-69E1-F1BDDEA4B4E6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grpFill/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226CE182-B435-121E-5625-3DF0BE251E81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2DC4A73C-8BE3-655F-CED4-93541DF5D541}"/>
              </a:ext>
            </a:extLst>
          </p:cNvPr>
          <p:cNvGrpSpPr/>
          <p:nvPr/>
        </p:nvGrpSpPr>
        <p:grpSpPr>
          <a:xfrm>
            <a:off x="7230129" y="711608"/>
            <a:ext cx="4610170" cy="2717392"/>
            <a:chOff x="351696" y="838220"/>
            <a:chExt cx="3890102" cy="2006694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77D0ADE5-3B19-39F7-C17C-9E8693A39289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00EEA04-73D1-5FE4-A027-4BB49F4E26F9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1EB29E57-8328-033D-8DF1-5D6748705F26}"/>
              </a:ext>
            </a:extLst>
          </p:cNvPr>
          <p:cNvGrpSpPr/>
          <p:nvPr/>
        </p:nvGrpSpPr>
        <p:grpSpPr>
          <a:xfrm>
            <a:off x="344944" y="4929512"/>
            <a:ext cx="3552500" cy="1713853"/>
            <a:chOff x="351696" y="838220"/>
            <a:chExt cx="3890102" cy="200669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93E8D7D-59F8-76E5-5418-D20F0FAE8A4E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4A1CFD2D-EC7A-F68E-0F25-6BC6069F9B52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153AAF9-1A0A-9478-C50E-6D1F09FF1208}"/>
              </a:ext>
            </a:extLst>
          </p:cNvPr>
          <p:cNvGrpSpPr/>
          <p:nvPr/>
        </p:nvGrpSpPr>
        <p:grpSpPr>
          <a:xfrm>
            <a:off x="2230012" y="727728"/>
            <a:ext cx="4800377" cy="2701271"/>
            <a:chOff x="351696" y="838220"/>
            <a:chExt cx="3890102" cy="200669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2F47727-A832-92A4-FFBE-BC09B052EE79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3589668-2E8A-8811-9677-FC2669D60472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CB3E4C05-829F-7203-DA8A-8B4E7F3054B6}"/>
              </a:ext>
            </a:extLst>
          </p:cNvPr>
          <p:cNvGrpSpPr/>
          <p:nvPr/>
        </p:nvGrpSpPr>
        <p:grpSpPr>
          <a:xfrm>
            <a:off x="2230011" y="3640014"/>
            <a:ext cx="9610286" cy="1067511"/>
            <a:chOff x="351696" y="838220"/>
            <a:chExt cx="3890102" cy="200669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167856B-E11A-B86F-E63A-BE3A213F07E5}"/>
                </a:ext>
              </a:extLst>
            </p:cNvPr>
            <p:cNvSpPr/>
            <p:nvPr/>
          </p:nvSpPr>
          <p:spPr>
            <a:xfrm>
              <a:off x="351696" y="838220"/>
              <a:ext cx="3890102" cy="199859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effectLst>
              <a:outerShdw blurRad="50800" dist="38100" dir="13500000" algn="br" rotWithShape="0">
                <a:srgbClr val="F3F4F7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A3E7FBA-458C-6D12-ED05-2E239DF3AAD5}"/>
                </a:ext>
              </a:extLst>
            </p:cNvPr>
            <p:cNvSpPr/>
            <p:nvPr/>
          </p:nvSpPr>
          <p:spPr>
            <a:xfrm>
              <a:off x="351696" y="846322"/>
              <a:ext cx="3890102" cy="1998592"/>
            </a:xfrm>
            <a:prstGeom prst="rect">
              <a:avLst/>
            </a:prstGeom>
            <a:solidFill>
              <a:srgbClr val="031D27"/>
            </a:solidFill>
            <a:effectLst>
              <a:outerShdw blurRad="50800" dist="38100" dir="2700000" algn="tl" rotWithShape="0">
                <a:srgbClr val="FFFF99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3515180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46</Words>
  <Application>Microsoft Office PowerPoint</Application>
  <PresentationFormat>Panorámica</PresentationFormat>
  <Paragraphs>16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Carlos Larios Coronado</dc:creator>
  <cp:lastModifiedBy>Juan Carlos Larios Coronado</cp:lastModifiedBy>
  <cp:revision>3</cp:revision>
  <dcterms:created xsi:type="dcterms:W3CDTF">2026-01-07T19:12:01Z</dcterms:created>
  <dcterms:modified xsi:type="dcterms:W3CDTF">2026-01-14T23:25:28Z</dcterms:modified>
</cp:coreProperties>
</file>